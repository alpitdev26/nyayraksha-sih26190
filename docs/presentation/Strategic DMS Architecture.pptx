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</p:sldIdLst>
  <p:sldSz cx="9144000" cy="6858000" type="screen4x3"/>
  <p:notesSz cx="6858000" cy="9144000"/>
  <p:embeddedFontLst>
    <p:embeddedFont>
      <p:font typeface="Roboto" pitchFamily="2" charset="0"/>
      <p:regular r:id="rId8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25842"/>
            <a:ext cx="8229600" cy="24063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6072" y="3206200"/>
            <a:ext cx="899454" cy="816643"/>
          </a:xfrm>
          <a:custGeom>
            <a:avLst/>
            <a:gdLst/>
            <a:ahLst/>
            <a:cxnLst/>
            <a:rect l="0" t="0" r="0" b="0"/>
            <a:pathLst>
              <a:path w="899454" h="816643">
                <a:moveTo>
                  <a:pt x="851438" y="0"/>
                </a:moveTo>
                <a:lnTo>
                  <a:pt x="862957" y="0"/>
                </a:lnTo>
                <a:cubicBezTo>
                  <a:pt x="884348" y="0"/>
                  <a:pt x="899454" y="20956"/>
                  <a:pt x="892689" y="41250"/>
                </a:cubicBezTo>
                <a:moveTo>
                  <a:pt x="48015" y="816643"/>
                </a:moveTo>
                <a:lnTo>
                  <a:pt x="36496" y="816643"/>
                </a:lnTo>
                <a:cubicBezTo>
                  <a:pt x="15105" y="816643"/>
                  <a:pt x="0" y="795686"/>
                  <a:pt x="6764" y="775392"/>
                </a:cubicBezTo>
                <a:moveTo>
                  <a:pt x="109884" y="10"/>
                </a:moveTo>
                <a:lnTo>
                  <a:pt x="851438" y="0"/>
                </a:lnTo>
                <a:moveTo>
                  <a:pt x="844563" y="775402"/>
                </a:moveTo>
                <a:cubicBezTo>
                  <a:pt x="836589" y="799318"/>
                  <a:pt x="817062" y="816643"/>
                  <a:pt x="789561" y="816643"/>
                </a:cubicBezTo>
                <a:moveTo>
                  <a:pt x="54883" y="41240"/>
                </a:moveTo>
                <a:cubicBezTo>
                  <a:pt x="62857" y="17324"/>
                  <a:pt x="82384" y="0"/>
                  <a:pt x="109884" y="0"/>
                </a:cubicBezTo>
                <a:moveTo>
                  <a:pt x="41133" y="816643"/>
                </a:moveTo>
                <a:lnTo>
                  <a:pt x="789561" y="816643"/>
                </a:lnTo>
                <a:moveTo>
                  <a:pt x="844563" y="775392"/>
                </a:moveTo>
                <a:lnTo>
                  <a:pt x="892689" y="41251"/>
                </a:lnTo>
                <a:moveTo>
                  <a:pt x="54883" y="41251"/>
                </a:moveTo>
                <a:lnTo>
                  <a:pt x="6757" y="775392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23776" y="3243262"/>
            <a:ext cx="895493" cy="742520"/>
          </a:xfrm>
          <a:custGeom>
            <a:avLst/>
            <a:gdLst/>
            <a:ahLst/>
            <a:cxnLst/>
            <a:rect l="0" t="0" r="0" b="0"/>
            <a:pathLst>
              <a:path w="895493" h="742520">
                <a:moveTo>
                  <a:pt x="41251" y="0"/>
                </a:moveTo>
                <a:lnTo>
                  <a:pt x="27500" y="0"/>
                </a:lnTo>
                <a:cubicBezTo>
                  <a:pt x="12312" y="0"/>
                  <a:pt x="0" y="12312"/>
                  <a:pt x="0" y="27500"/>
                </a:cubicBezTo>
                <a:lnTo>
                  <a:pt x="0" y="41251"/>
                </a:lnTo>
                <a:moveTo>
                  <a:pt x="0" y="41251"/>
                </a:moveTo>
                <a:lnTo>
                  <a:pt x="0" y="701269"/>
                </a:lnTo>
                <a:moveTo>
                  <a:pt x="895493" y="41251"/>
                </a:moveTo>
                <a:lnTo>
                  <a:pt x="895493" y="701269"/>
                </a:lnTo>
                <a:moveTo>
                  <a:pt x="41251" y="0"/>
                </a:moveTo>
                <a:lnTo>
                  <a:pt x="854242" y="0"/>
                </a:lnTo>
                <a:moveTo>
                  <a:pt x="41251" y="742520"/>
                </a:moveTo>
                <a:lnTo>
                  <a:pt x="27500" y="742520"/>
                </a:lnTo>
                <a:cubicBezTo>
                  <a:pt x="12312" y="742520"/>
                  <a:pt x="0" y="730207"/>
                  <a:pt x="0" y="715019"/>
                </a:cubicBezTo>
                <a:lnTo>
                  <a:pt x="0" y="701269"/>
                </a:lnTo>
                <a:moveTo>
                  <a:pt x="854242" y="0"/>
                </a:moveTo>
                <a:lnTo>
                  <a:pt x="867992" y="0"/>
                </a:lnTo>
                <a:cubicBezTo>
                  <a:pt x="883180" y="0"/>
                  <a:pt x="895493" y="12312"/>
                  <a:pt x="895493" y="27500"/>
                </a:cubicBezTo>
                <a:lnTo>
                  <a:pt x="895493" y="41251"/>
                </a:lnTo>
                <a:moveTo>
                  <a:pt x="854242" y="742520"/>
                </a:moveTo>
                <a:lnTo>
                  <a:pt x="41251" y="742520"/>
                </a:lnTo>
                <a:moveTo>
                  <a:pt x="854242" y="742520"/>
                </a:moveTo>
                <a:lnTo>
                  <a:pt x="867992" y="742520"/>
                </a:lnTo>
                <a:cubicBezTo>
                  <a:pt x="883180" y="742520"/>
                  <a:pt x="895493" y="730207"/>
                  <a:pt x="895493" y="715019"/>
                </a:cubicBezTo>
                <a:lnTo>
                  <a:pt x="895493" y="701269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14282" y="3026801"/>
            <a:ext cx="908169" cy="1175442"/>
          </a:xfrm>
          <a:custGeom>
            <a:avLst/>
            <a:gdLst/>
            <a:ahLst/>
            <a:cxnLst/>
            <a:rect l="0" t="0" r="0" b="0"/>
            <a:pathLst>
              <a:path w="908169" h="1175442">
                <a:moveTo>
                  <a:pt x="41251" y="0"/>
                </a:moveTo>
                <a:lnTo>
                  <a:pt x="27500" y="0"/>
                </a:lnTo>
                <a:cubicBezTo>
                  <a:pt x="12312" y="0"/>
                  <a:pt x="0" y="12312"/>
                  <a:pt x="0" y="27500"/>
                </a:cubicBezTo>
                <a:lnTo>
                  <a:pt x="0" y="41251"/>
                </a:lnTo>
                <a:moveTo>
                  <a:pt x="0" y="41251"/>
                </a:moveTo>
                <a:lnTo>
                  <a:pt x="0" y="1134191"/>
                </a:lnTo>
                <a:moveTo>
                  <a:pt x="908169" y="41251"/>
                </a:moveTo>
                <a:lnTo>
                  <a:pt x="908169" y="1134191"/>
                </a:lnTo>
                <a:moveTo>
                  <a:pt x="41251" y="0"/>
                </a:moveTo>
                <a:lnTo>
                  <a:pt x="866918" y="0"/>
                </a:lnTo>
                <a:moveTo>
                  <a:pt x="41251" y="1175442"/>
                </a:moveTo>
                <a:lnTo>
                  <a:pt x="27500" y="1175442"/>
                </a:lnTo>
                <a:cubicBezTo>
                  <a:pt x="12312" y="1175442"/>
                  <a:pt x="0" y="1163129"/>
                  <a:pt x="0" y="1147941"/>
                </a:cubicBezTo>
                <a:lnTo>
                  <a:pt x="0" y="1134191"/>
                </a:lnTo>
                <a:moveTo>
                  <a:pt x="866918" y="0"/>
                </a:moveTo>
                <a:lnTo>
                  <a:pt x="880668" y="0"/>
                </a:lnTo>
                <a:cubicBezTo>
                  <a:pt x="895856" y="0"/>
                  <a:pt x="908169" y="12312"/>
                  <a:pt x="908169" y="27500"/>
                </a:cubicBezTo>
                <a:lnTo>
                  <a:pt x="908169" y="41251"/>
                </a:lnTo>
                <a:moveTo>
                  <a:pt x="866918" y="1175442"/>
                </a:moveTo>
                <a:lnTo>
                  <a:pt x="41251" y="1175442"/>
                </a:lnTo>
                <a:moveTo>
                  <a:pt x="866918" y="1175442"/>
                </a:moveTo>
                <a:lnTo>
                  <a:pt x="880668" y="1175442"/>
                </a:lnTo>
                <a:cubicBezTo>
                  <a:pt x="895856" y="1175442"/>
                  <a:pt x="908169" y="1163129"/>
                  <a:pt x="908169" y="1147941"/>
                </a:cubicBezTo>
                <a:lnTo>
                  <a:pt x="908169" y="1134191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17465" y="3070093"/>
            <a:ext cx="887866" cy="1088857"/>
          </a:xfrm>
          <a:custGeom>
            <a:avLst/>
            <a:gdLst/>
            <a:ahLst/>
            <a:cxnLst/>
            <a:rect l="0" t="0" r="0" b="0"/>
            <a:pathLst>
              <a:path w="887866" h="1088857">
                <a:moveTo>
                  <a:pt x="41251" y="0"/>
                </a:moveTo>
                <a:lnTo>
                  <a:pt x="27500" y="0"/>
                </a:lnTo>
                <a:cubicBezTo>
                  <a:pt x="12312" y="0"/>
                  <a:pt x="0" y="12312"/>
                  <a:pt x="0" y="27500"/>
                </a:cubicBezTo>
                <a:lnTo>
                  <a:pt x="0" y="41251"/>
                </a:lnTo>
                <a:moveTo>
                  <a:pt x="0" y="41251"/>
                </a:moveTo>
                <a:lnTo>
                  <a:pt x="0" y="1047606"/>
                </a:lnTo>
                <a:moveTo>
                  <a:pt x="887866" y="41251"/>
                </a:moveTo>
                <a:lnTo>
                  <a:pt x="887866" y="1047606"/>
                </a:lnTo>
                <a:moveTo>
                  <a:pt x="41251" y="0"/>
                </a:moveTo>
                <a:lnTo>
                  <a:pt x="846614" y="0"/>
                </a:lnTo>
                <a:moveTo>
                  <a:pt x="41251" y="1088857"/>
                </a:moveTo>
                <a:lnTo>
                  <a:pt x="27500" y="1088857"/>
                </a:lnTo>
                <a:cubicBezTo>
                  <a:pt x="12312" y="1088857"/>
                  <a:pt x="0" y="1076545"/>
                  <a:pt x="0" y="1061357"/>
                </a:cubicBezTo>
                <a:lnTo>
                  <a:pt x="0" y="1047606"/>
                </a:lnTo>
                <a:moveTo>
                  <a:pt x="846614" y="0"/>
                </a:moveTo>
                <a:lnTo>
                  <a:pt x="860365" y="0"/>
                </a:lnTo>
                <a:cubicBezTo>
                  <a:pt x="875553" y="0"/>
                  <a:pt x="887866" y="12312"/>
                  <a:pt x="887866" y="27500"/>
                </a:cubicBezTo>
                <a:lnTo>
                  <a:pt x="887866" y="41251"/>
                </a:lnTo>
                <a:moveTo>
                  <a:pt x="846614" y="1088857"/>
                </a:moveTo>
                <a:lnTo>
                  <a:pt x="41251" y="1088857"/>
                </a:lnTo>
                <a:moveTo>
                  <a:pt x="846614" y="1088857"/>
                </a:moveTo>
                <a:lnTo>
                  <a:pt x="860365" y="1088857"/>
                </a:lnTo>
                <a:cubicBezTo>
                  <a:pt x="875553" y="1088857"/>
                  <a:pt x="887866" y="1076545"/>
                  <a:pt x="887866" y="1061357"/>
                </a:cubicBezTo>
                <a:lnTo>
                  <a:pt x="887866" y="1047606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6200343" y="2968362"/>
            <a:ext cx="902155" cy="1292320"/>
            <a:chOff x="5743143" y="742520"/>
            <a:chExt cx="902155" cy="1292320"/>
          </a:xfrm>
        </p:grpSpPr>
        <p:sp>
          <p:nvSpPr>
            <p:cNvPr id="7" name="Rounded Rectangle 6"/>
            <p:cNvSpPr/>
            <p:nvPr/>
          </p:nvSpPr>
          <p:spPr>
            <a:xfrm>
              <a:off x="5743143" y="797521"/>
              <a:ext cx="902155" cy="1182317"/>
            </a:xfrm>
            <a:custGeom>
              <a:avLst/>
              <a:gdLst/>
              <a:ahLst/>
              <a:cxnLst/>
              <a:rect l="0" t="0" r="0" b="0"/>
              <a:pathLst>
                <a:path w="902155" h="1182317">
                  <a:moveTo>
                    <a:pt x="4" y="11"/>
                  </a:moveTo>
                  <a:cubicBezTo>
                    <a:pt x="0" y="387930"/>
                    <a:pt x="2" y="807373"/>
                    <a:pt x="4" y="1182317"/>
                  </a:cubicBezTo>
                  <a:moveTo>
                    <a:pt x="902155" y="1182317"/>
                  </a:moveTo>
                  <a:cubicBezTo>
                    <a:pt x="902155" y="807373"/>
                    <a:pt x="902155" y="437864"/>
                    <a:pt x="902155" y="0"/>
                  </a:cubicBezTo>
                </a:path>
              </a:pathLst>
            </a:custGeom>
            <a:noFill/>
            <a:ln w="10312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43145" y="742520"/>
              <a:ext cx="902153" cy="1292320"/>
            </a:xfrm>
            <a:custGeom>
              <a:avLst/>
              <a:gdLst/>
              <a:ahLst/>
              <a:cxnLst/>
              <a:rect l="0" t="0" r="0" b="0"/>
              <a:pathLst>
                <a:path w="902153" h="1292320">
                  <a:moveTo>
                    <a:pt x="902153" y="55001"/>
                  </a:moveTo>
                  <a:cubicBezTo>
                    <a:pt x="902153" y="24624"/>
                    <a:pt x="700199" y="0"/>
                    <a:pt x="451076" y="0"/>
                  </a:cubicBezTo>
                  <a:cubicBezTo>
                    <a:pt x="201953" y="0"/>
                    <a:pt x="0" y="24624"/>
                    <a:pt x="0" y="55001"/>
                  </a:cubicBezTo>
                  <a:moveTo>
                    <a:pt x="902153" y="55001"/>
                  </a:moveTo>
                  <a:cubicBezTo>
                    <a:pt x="902153" y="85378"/>
                    <a:pt x="700199" y="110003"/>
                    <a:pt x="451076" y="110003"/>
                  </a:cubicBezTo>
                  <a:cubicBezTo>
                    <a:pt x="201953" y="110003"/>
                    <a:pt x="0" y="85378"/>
                    <a:pt x="0" y="55001"/>
                  </a:cubicBezTo>
                  <a:moveTo>
                    <a:pt x="902153" y="1237318"/>
                  </a:moveTo>
                  <a:cubicBezTo>
                    <a:pt x="902153" y="1267695"/>
                    <a:pt x="700199" y="1292320"/>
                    <a:pt x="451076" y="1292320"/>
                  </a:cubicBezTo>
                  <a:cubicBezTo>
                    <a:pt x="201953" y="1292320"/>
                    <a:pt x="0" y="1267695"/>
                    <a:pt x="0" y="1237318"/>
                  </a:cubicBezTo>
                </a:path>
              </a:pathLst>
            </a:custGeom>
            <a:noFill/>
            <a:ln w="10312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7597512" y="2989739"/>
            <a:ext cx="880131" cy="1249565"/>
          </a:xfrm>
          <a:custGeom>
            <a:avLst/>
            <a:gdLst/>
            <a:ahLst/>
            <a:cxnLst/>
            <a:rect l="0" t="0" r="0" b="0"/>
            <a:pathLst>
              <a:path w="880131" h="1249565">
                <a:moveTo>
                  <a:pt x="41251" y="0"/>
                </a:moveTo>
                <a:lnTo>
                  <a:pt x="27500" y="0"/>
                </a:lnTo>
                <a:cubicBezTo>
                  <a:pt x="12312" y="0"/>
                  <a:pt x="0" y="12312"/>
                  <a:pt x="0" y="27500"/>
                </a:cubicBezTo>
                <a:lnTo>
                  <a:pt x="0" y="41251"/>
                </a:lnTo>
                <a:moveTo>
                  <a:pt x="0" y="41251"/>
                </a:moveTo>
                <a:lnTo>
                  <a:pt x="0" y="1208314"/>
                </a:lnTo>
                <a:moveTo>
                  <a:pt x="880131" y="41251"/>
                </a:moveTo>
                <a:lnTo>
                  <a:pt x="880131" y="1208314"/>
                </a:lnTo>
                <a:moveTo>
                  <a:pt x="41251" y="0"/>
                </a:moveTo>
                <a:lnTo>
                  <a:pt x="838880" y="0"/>
                </a:lnTo>
                <a:moveTo>
                  <a:pt x="41251" y="1249565"/>
                </a:moveTo>
                <a:lnTo>
                  <a:pt x="27500" y="1249565"/>
                </a:lnTo>
                <a:cubicBezTo>
                  <a:pt x="12312" y="1249565"/>
                  <a:pt x="0" y="1237252"/>
                  <a:pt x="0" y="1222064"/>
                </a:cubicBezTo>
                <a:lnTo>
                  <a:pt x="0" y="1208314"/>
                </a:lnTo>
                <a:moveTo>
                  <a:pt x="838880" y="0"/>
                </a:moveTo>
                <a:lnTo>
                  <a:pt x="852630" y="0"/>
                </a:lnTo>
                <a:cubicBezTo>
                  <a:pt x="867818" y="0"/>
                  <a:pt x="880131" y="12312"/>
                  <a:pt x="880131" y="27500"/>
                </a:cubicBezTo>
                <a:lnTo>
                  <a:pt x="880131" y="41251"/>
                </a:lnTo>
                <a:moveTo>
                  <a:pt x="838880" y="1249565"/>
                </a:moveTo>
                <a:lnTo>
                  <a:pt x="41251" y="1249565"/>
                </a:lnTo>
                <a:moveTo>
                  <a:pt x="838880" y="1249565"/>
                </a:moveTo>
                <a:lnTo>
                  <a:pt x="852630" y="1249565"/>
                </a:lnTo>
                <a:cubicBezTo>
                  <a:pt x="867818" y="1249565"/>
                  <a:pt x="880131" y="1237252"/>
                  <a:pt x="880131" y="1222064"/>
                </a:cubicBezTo>
                <a:lnTo>
                  <a:pt x="880131" y="1208314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1528762" y="3587021"/>
            <a:ext cx="481263" cy="55001"/>
            <a:chOff x="1071562" y="1361179"/>
            <a:chExt cx="481263" cy="55001"/>
          </a:xfrm>
        </p:grpSpPr>
        <p:sp>
          <p:nvSpPr>
            <p:cNvPr id="11" name="Rounded Rectangle 10"/>
            <p:cNvSpPr/>
            <p:nvPr/>
          </p:nvSpPr>
          <p:spPr>
            <a:xfrm>
              <a:off x="1071562" y="1388680"/>
              <a:ext cx="467512" cy="6875"/>
            </a:xfrm>
            <a:custGeom>
              <a:avLst/>
              <a:gdLst/>
              <a:ahLst/>
              <a:cxnLst/>
              <a:rect l="0" t="0" r="0" b="0"/>
              <a:pathLst>
                <a:path w="467512" h="6875">
                  <a:moveTo>
                    <a:pt x="0" y="0"/>
                  </a:moveTo>
                  <a:lnTo>
                    <a:pt x="467512" y="0"/>
                  </a:lnTo>
                </a:path>
              </a:pathLst>
            </a:custGeom>
            <a:noFill/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504699" y="1361179"/>
              <a:ext cx="48126" cy="55001"/>
            </a:xfrm>
            <a:custGeom>
              <a:avLst/>
              <a:gdLst/>
              <a:ahLst/>
              <a:cxnLst/>
              <a:rect l="0" t="0" r="0" b="0"/>
              <a:pathLst>
                <a:path w="48126" h="55001">
                  <a:moveTo>
                    <a:pt x="48126" y="27500"/>
                  </a:moveTo>
                  <a:lnTo>
                    <a:pt x="0" y="55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919269" y="3587021"/>
            <a:ext cx="481263" cy="55001"/>
            <a:chOff x="2462069" y="1361179"/>
            <a:chExt cx="481263" cy="55001"/>
          </a:xfrm>
        </p:grpSpPr>
        <p:sp>
          <p:nvSpPr>
            <p:cNvPr id="14" name="Rounded Rectangle 13"/>
            <p:cNvSpPr/>
            <p:nvPr/>
          </p:nvSpPr>
          <p:spPr>
            <a:xfrm>
              <a:off x="2462069" y="1388680"/>
              <a:ext cx="467512" cy="6875"/>
            </a:xfrm>
            <a:custGeom>
              <a:avLst/>
              <a:gdLst/>
              <a:ahLst/>
              <a:cxnLst/>
              <a:rect l="0" t="0" r="0" b="0"/>
              <a:pathLst>
                <a:path w="467512" h="6875">
                  <a:moveTo>
                    <a:pt x="0" y="0"/>
                  </a:moveTo>
                  <a:lnTo>
                    <a:pt x="467512" y="0"/>
                  </a:lnTo>
                </a:path>
              </a:pathLst>
            </a:custGeom>
            <a:noFill/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895206" y="1361179"/>
              <a:ext cx="48126" cy="55001"/>
            </a:xfrm>
            <a:custGeom>
              <a:avLst/>
              <a:gdLst/>
              <a:ahLst/>
              <a:cxnLst/>
              <a:rect l="0" t="0" r="0" b="0"/>
              <a:pathLst>
                <a:path w="48126" h="55001">
                  <a:moveTo>
                    <a:pt x="48126" y="27500"/>
                  </a:moveTo>
                  <a:lnTo>
                    <a:pt x="0" y="55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322452" y="3587021"/>
            <a:ext cx="481263" cy="55001"/>
            <a:chOff x="3865252" y="1361179"/>
            <a:chExt cx="481263" cy="55001"/>
          </a:xfrm>
        </p:grpSpPr>
        <p:sp>
          <p:nvSpPr>
            <p:cNvPr id="17" name="Rounded Rectangle 16"/>
            <p:cNvSpPr/>
            <p:nvPr/>
          </p:nvSpPr>
          <p:spPr>
            <a:xfrm>
              <a:off x="3865252" y="1388680"/>
              <a:ext cx="467512" cy="6875"/>
            </a:xfrm>
            <a:custGeom>
              <a:avLst/>
              <a:gdLst/>
              <a:ahLst/>
              <a:cxnLst/>
              <a:rect l="0" t="0" r="0" b="0"/>
              <a:pathLst>
                <a:path w="467512" h="6875">
                  <a:moveTo>
                    <a:pt x="0" y="0"/>
                  </a:moveTo>
                  <a:lnTo>
                    <a:pt x="467512" y="0"/>
                  </a:lnTo>
                </a:path>
              </a:pathLst>
            </a:custGeom>
            <a:noFill/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298389" y="1361179"/>
              <a:ext cx="48126" cy="55001"/>
            </a:xfrm>
            <a:custGeom>
              <a:avLst/>
              <a:gdLst/>
              <a:ahLst/>
              <a:cxnLst/>
              <a:rect l="0" t="0" r="0" b="0"/>
              <a:pathLst>
                <a:path w="48126" h="55001">
                  <a:moveTo>
                    <a:pt x="48126" y="27500"/>
                  </a:moveTo>
                  <a:lnTo>
                    <a:pt x="0" y="55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705331" y="3587021"/>
            <a:ext cx="481263" cy="55001"/>
            <a:chOff x="5248131" y="1361179"/>
            <a:chExt cx="481263" cy="55001"/>
          </a:xfrm>
        </p:grpSpPr>
        <p:sp>
          <p:nvSpPr>
            <p:cNvPr id="20" name="Rounded Rectangle 19"/>
            <p:cNvSpPr/>
            <p:nvPr/>
          </p:nvSpPr>
          <p:spPr>
            <a:xfrm>
              <a:off x="5248131" y="1388680"/>
              <a:ext cx="467512" cy="6875"/>
            </a:xfrm>
            <a:custGeom>
              <a:avLst/>
              <a:gdLst/>
              <a:ahLst/>
              <a:cxnLst/>
              <a:rect l="0" t="0" r="0" b="0"/>
              <a:pathLst>
                <a:path w="467512" h="6875">
                  <a:moveTo>
                    <a:pt x="0" y="0"/>
                  </a:moveTo>
                  <a:lnTo>
                    <a:pt x="467512" y="0"/>
                  </a:lnTo>
                </a:path>
              </a:pathLst>
            </a:custGeom>
            <a:noFill/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681268" y="1361179"/>
              <a:ext cx="48126" cy="55001"/>
            </a:xfrm>
            <a:custGeom>
              <a:avLst/>
              <a:gdLst/>
              <a:ahLst/>
              <a:cxnLst/>
              <a:rect l="0" t="0" r="0" b="0"/>
              <a:pathLst>
                <a:path w="48126" h="55001">
                  <a:moveTo>
                    <a:pt x="48126" y="27500"/>
                  </a:moveTo>
                  <a:lnTo>
                    <a:pt x="0" y="55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102498" y="3587021"/>
            <a:ext cx="481263" cy="55001"/>
            <a:chOff x="6645298" y="1361179"/>
            <a:chExt cx="481263" cy="55001"/>
          </a:xfrm>
        </p:grpSpPr>
        <p:sp>
          <p:nvSpPr>
            <p:cNvPr id="23" name="Rounded Rectangle 22"/>
            <p:cNvSpPr/>
            <p:nvPr/>
          </p:nvSpPr>
          <p:spPr>
            <a:xfrm>
              <a:off x="6645298" y="1388680"/>
              <a:ext cx="467512" cy="6875"/>
            </a:xfrm>
            <a:custGeom>
              <a:avLst/>
              <a:gdLst/>
              <a:ahLst/>
              <a:cxnLst/>
              <a:rect l="0" t="0" r="0" b="0"/>
              <a:pathLst>
                <a:path w="467512" h="6875">
                  <a:moveTo>
                    <a:pt x="0" y="0"/>
                  </a:moveTo>
                  <a:lnTo>
                    <a:pt x="467512" y="0"/>
                  </a:lnTo>
                </a:path>
              </a:pathLst>
            </a:custGeom>
            <a:noFill/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078435" y="1361179"/>
              <a:ext cx="48126" cy="55001"/>
            </a:xfrm>
            <a:custGeom>
              <a:avLst/>
              <a:gdLst/>
              <a:ahLst/>
              <a:cxnLst/>
              <a:rect l="0" t="0" r="0" b="0"/>
              <a:pathLst>
                <a:path w="48126" h="55001">
                  <a:moveTo>
                    <a:pt x="48126" y="27500"/>
                  </a:moveTo>
                  <a:lnTo>
                    <a:pt x="0" y="55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4848"/>
            </a:solidFill>
            <a:ln w="10312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2393833" y="3309949"/>
            <a:ext cx="154691" cy="155379"/>
          </a:xfrm>
          <a:custGeom>
            <a:avLst/>
            <a:gdLst/>
            <a:ahLst/>
            <a:cxnLst/>
            <a:rect l="0" t="0" r="0" b="0"/>
            <a:pathLst>
              <a:path w="154691" h="155379">
                <a:moveTo>
                  <a:pt x="148531" y="88689"/>
                </a:moveTo>
                <a:cubicBezTo>
                  <a:pt x="151953" y="88002"/>
                  <a:pt x="154691" y="85252"/>
                  <a:pt x="154691" y="81814"/>
                </a:cubicBezTo>
                <a:lnTo>
                  <a:pt x="154691" y="73564"/>
                </a:lnTo>
                <a:cubicBezTo>
                  <a:pt x="154691" y="70126"/>
                  <a:pt x="151953" y="67376"/>
                  <a:pt x="148531" y="66689"/>
                </a:cubicBezTo>
                <a:lnTo>
                  <a:pt x="138948" y="65314"/>
                </a:lnTo>
                <a:cubicBezTo>
                  <a:pt x="136211" y="64626"/>
                  <a:pt x="134157" y="63251"/>
                  <a:pt x="133472" y="60501"/>
                </a:cubicBezTo>
                <a:lnTo>
                  <a:pt x="129366" y="50189"/>
                </a:lnTo>
                <a:cubicBezTo>
                  <a:pt x="127997" y="48126"/>
                  <a:pt x="128681" y="44688"/>
                  <a:pt x="130050" y="42626"/>
                </a:cubicBezTo>
                <a:lnTo>
                  <a:pt x="136210" y="34375"/>
                </a:lnTo>
                <a:cubicBezTo>
                  <a:pt x="138264" y="31625"/>
                  <a:pt x="138264" y="27500"/>
                  <a:pt x="135526" y="25438"/>
                </a:cubicBezTo>
                <a:lnTo>
                  <a:pt x="129366" y="19250"/>
                </a:lnTo>
                <a:cubicBezTo>
                  <a:pt x="126627" y="16500"/>
                  <a:pt x="123206" y="16500"/>
                  <a:pt x="120467" y="18563"/>
                </a:cubicBezTo>
                <a:lnTo>
                  <a:pt x="112253" y="24750"/>
                </a:lnTo>
                <a:cubicBezTo>
                  <a:pt x="110200" y="26125"/>
                  <a:pt x="107463" y="26813"/>
                  <a:pt x="104724" y="25438"/>
                </a:cubicBezTo>
                <a:cubicBezTo>
                  <a:pt x="101302" y="24063"/>
                  <a:pt x="97880" y="22688"/>
                  <a:pt x="94458" y="21313"/>
                </a:cubicBezTo>
                <a:cubicBezTo>
                  <a:pt x="91719" y="20625"/>
                  <a:pt x="90350" y="18563"/>
                  <a:pt x="89666" y="15813"/>
                </a:cubicBezTo>
                <a:lnTo>
                  <a:pt x="88297" y="6187"/>
                </a:lnTo>
                <a:cubicBezTo>
                  <a:pt x="87613" y="2750"/>
                  <a:pt x="84874" y="0"/>
                  <a:pt x="81452" y="0"/>
                </a:cubicBezTo>
                <a:lnTo>
                  <a:pt x="73239" y="0"/>
                </a:lnTo>
                <a:cubicBezTo>
                  <a:pt x="69816" y="0"/>
                  <a:pt x="67079" y="2750"/>
                  <a:pt x="66394" y="6187"/>
                </a:cubicBezTo>
                <a:lnTo>
                  <a:pt x="65025" y="15813"/>
                </a:lnTo>
                <a:cubicBezTo>
                  <a:pt x="64340" y="18563"/>
                  <a:pt x="62971" y="20625"/>
                  <a:pt x="60234" y="21313"/>
                </a:cubicBezTo>
                <a:cubicBezTo>
                  <a:pt x="56811" y="22688"/>
                  <a:pt x="53389" y="24063"/>
                  <a:pt x="49966" y="25438"/>
                </a:cubicBezTo>
                <a:cubicBezTo>
                  <a:pt x="47913" y="26813"/>
                  <a:pt x="44491" y="26125"/>
                  <a:pt x="42437" y="24750"/>
                </a:cubicBezTo>
                <a:lnTo>
                  <a:pt x="34223" y="18563"/>
                </a:lnTo>
                <a:cubicBezTo>
                  <a:pt x="31485" y="16500"/>
                  <a:pt x="27379" y="16500"/>
                  <a:pt x="25325" y="19250"/>
                </a:cubicBezTo>
                <a:lnTo>
                  <a:pt x="19165" y="25438"/>
                </a:lnTo>
                <a:cubicBezTo>
                  <a:pt x="16427" y="28188"/>
                  <a:pt x="16427" y="31625"/>
                  <a:pt x="18480" y="34375"/>
                </a:cubicBezTo>
                <a:lnTo>
                  <a:pt x="24641" y="42626"/>
                </a:lnTo>
                <a:cubicBezTo>
                  <a:pt x="26010" y="44688"/>
                  <a:pt x="26694" y="47438"/>
                  <a:pt x="25325" y="50189"/>
                </a:cubicBezTo>
                <a:cubicBezTo>
                  <a:pt x="23956" y="53626"/>
                  <a:pt x="22587" y="57064"/>
                  <a:pt x="21218" y="60501"/>
                </a:cubicBezTo>
                <a:cubicBezTo>
                  <a:pt x="20534" y="63251"/>
                  <a:pt x="18480" y="64626"/>
                  <a:pt x="15743" y="65314"/>
                </a:cubicBezTo>
                <a:lnTo>
                  <a:pt x="6160" y="66689"/>
                </a:lnTo>
                <a:cubicBezTo>
                  <a:pt x="2737" y="67376"/>
                  <a:pt x="0" y="70126"/>
                  <a:pt x="0" y="73564"/>
                </a:cubicBezTo>
                <a:lnTo>
                  <a:pt x="0" y="81814"/>
                </a:lnTo>
                <a:cubicBezTo>
                  <a:pt x="0" y="85252"/>
                  <a:pt x="2737" y="88002"/>
                  <a:pt x="6160" y="88689"/>
                </a:cubicBezTo>
                <a:lnTo>
                  <a:pt x="15743" y="90064"/>
                </a:lnTo>
                <a:cubicBezTo>
                  <a:pt x="18480" y="90752"/>
                  <a:pt x="20534" y="92127"/>
                  <a:pt x="21218" y="94877"/>
                </a:cubicBezTo>
                <a:cubicBezTo>
                  <a:pt x="22587" y="98315"/>
                  <a:pt x="23956" y="101752"/>
                  <a:pt x="25325" y="105190"/>
                </a:cubicBezTo>
                <a:cubicBezTo>
                  <a:pt x="26694" y="107252"/>
                  <a:pt x="26010" y="110690"/>
                  <a:pt x="24641" y="112753"/>
                </a:cubicBezTo>
                <a:lnTo>
                  <a:pt x="18480" y="121003"/>
                </a:lnTo>
                <a:cubicBezTo>
                  <a:pt x="16427" y="123753"/>
                  <a:pt x="16427" y="127878"/>
                  <a:pt x="19165" y="129941"/>
                </a:cubicBezTo>
                <a:lnTo>
                  <a:pt x="25325" y="136128"/>
                </a:lnTo>
                <a:cubicBezTo>
                  <a:pt x="28063" y="138878"/>
                  <a:pt x="31485" y="138878"/>
                  <a:pt x="34223" y="136816"/>
                </a:cubicBezTo>
                <a:lnTo>
                  <a:pt x="42437" y="130628"/>
                </a:lnTo>
                <a:cubicBezTo>
                  <a:pt x="44491" y="129253"/>
                  <a:pt x="47229" y="128565"/>
                  <a:pt x="49966" y="129941"/>
                </a:cubicBezTo>
                <a:cubicBezTo>
                  <a:pt x="53389" y="131316"/>
                  <a:pt x="56811" y="132691"/>
                  <a:pt x="60234" y="134066"/>
                </a:cubicBezTo>
                <a:cubicBezTo>
                  <a:pt x="62971" y="134753"/>
                  <a:pt x="64340" y="136816"/>
                  <a:pt x="65025" y="139566"/>
                </a:cubicBezTo>
                <a:lnTo>
                  <a:pt x="66394" y="149191"/>
                </a:lnTo>
                <a:cubicBezTo>
                  <a:pt x="67079" y="152629"/>
                  <a:pt x="69816" y="155379"/>
                  <a:pt x="73239" y="155379"/>
                </a:cubicBezTo>
                <a:lnTo>
                  <a:pt x="81452" y="155379"/>
                </a:lnTo>
                <a:cubicBezTo>
                  <a:pt x="84874" y="155379"/>
                  <a:pt x="87613" y="152629"/>
                  <a:pt x="88297" y="149191"/>
                </a:cubicBezTo>
                <a:lnTo>
                  <a:pt x="89666" y="139566"/>
                </a:lnTo>
                <a:cubicBezTo>
                  <a:pt x="90350" y="136816"/>
                  <a:pt x="91719" y="134753"/>
                  <a:pt x="94458" y="134066"/>
                </a:cubicBezTo>
                <a:cubicBezTo>
                  <a:pt x="97880" y="132691"/>
                  <a:pt x="101302" y="131316"/>
                  <a:pt x="104724" y="129941"/>
                </a:cubicBezTo>
                <a:cubicBezTo>
                  <a:pt x="106778" y="128565"/>
                  <a:pt x="110200" y="129253"/>
                  <a:pt x="112253" y="130628"/>
                </a:cubicBezTo>
                <a:lnTo>
                  <a:pt x="120467" y="136816"/>
                </a:lnTo>
                <a:cubicBezTo>
                  <a:pt x="123206" y="138878"/>
                  <a:pt x="127312" y="138878"/>
                  <a:pt x="129366" y="136128"/>
                </a:cubicBezTo>
                <a:lnTo>
                  <a:pt x="135526" y="129941"/>
                </a:lnTo>
                <a:cubicBezTo>
                  <a:pt x="138264" y="127190"/>
                  <a:pt x="138264" y="123753"/>
                  <a:pt x="136210" y="121003"/>
                </a:cubicBezTo>
                <a:lnTo>
                  <a:pt x="130050" y="112753"/>
                </a:lnTo>
                <a:cubicBezTo>
                  <a:pt x="128681" y="110690"/>
                  <a:pt x="127997" y="107940"/>
                  <a:pt x="129366" y="105190"/>
                </a:cubicBezTo>
                <a:lnTo>
                  <a:pt x="133472" y="94877"/>
                </a:lnTo>
                <a:cubicBezTo>
                  <a:pt x="134157" y="92127"/>
                  <a:pt x="136211" y="90752"/>
                  <a:pt x="138948" y="90064"/>
                </a:cubicBezTo>
                <a:close/>
                <a:moveTo>
                  <a:pt x="50188" y="55086"/>
                </a:moveTo>
                <a:cubicBezTo>
                  <a:pt x="50188" y="53024"/>
                  <a:pt x="50876" y="51649"/>
                  <a:pt x="52251" y="50961"/>
                </a:cubicBezTo>
                <a:cubicBezTo>
                  <a:pt x="56376" y="49586"/>
                  <a:pt x="65314" y="46149"/>
                  <a:pt x="77002" y="46149"/>
                </a:cubicBezTo>
                <a:cubicBezTo>
                  <a:pt x="88689" y="46149"/>
                  <a:pt x="97627" y="48898"/>
                  <a:pt x="101752" y="50961"/>
                </a:cubicBezTo>
                <a:cubicBezTo>
                  <a:pt x="103815" y="51649"/>
                  <a:pt x="104502" y="53711"/>
                  <a:pt x="104502" y="55086"/>
                </a:cubicBezTo>
                <a:lnTo>
                  <a:pt x="104502" y="76399"/>
                </a:lnTo>
                <a:cubicBezTo>
                  <a:pt x="104502" y="90150"/>
                  <a:pt x="96252" y="102525"/>
                  <a:pt x="83189" y="107338"/>
                </a:cubicBezTo>
                <a:lnTo>
                  <a:pt x="80439" y="108713"/>
                </a:lnTo>
                <a:cubicBezTo>
                  <a:pt x="78377" y="109400"/>
                  <a:pt x="76314" y="109400"/>
                  <a:pt x="74251" y="108713"/>
                </a:cubicBezTo>
                <a:lnTo>
                  <a:pt x="71501" y="107338"/>
                </a:lnTo>
                <a:cubicBezTo>
                  <a:pt x="58439" y="102525"/>
                  <a:pt x="50188" y="90150"/>
                  <a:pt x="50188" y="76399"/>
                </a:cubicBezTo>
                <a:close/>
                <a:moveTo>
                  <a:pt x="77345" y="109227"/>
                </a:moveTo>
                <a:lnTo>
                  <a:pt x="77345" y="46149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9" name="Group 28"/>
          <p:cNvGrpSpPr/>
          <p:nvPr/>
        </p:nvGrpSpPr>
        <p:grpSpPr>
          <a:xfrm>
            <a:off x="3658241" y="3294934"/>
            <a:ext cx="420245" cy="198046"/>
            <a:chOff x="3201041" y="1069092"/>
            <a:chExt cx="420245" cy="198046"/>
          </a:xfrm>
        </p:grpSpPr>
        <p:sp>
          <p:nvSpPr>
            <p:cNvPr id="27" name="TextBox 26"/>
            <p:cNvSpPr txBox="1"/>
            <p:nvPr/>
          </p:nvSpPr>
          <p:spPr>
            <a:xfrm>
              <a:off x="3169523" y="1069092"/>
              <a:ext cx="483281" cy="990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EABDA"/>
                  </a:solidFill>
                  <a:latin typeface="Roboto"/>
                </a:rPr>
                <a:t>Core DMS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69523" y="1168095"/>
              <a:ext cx="483281" cy="990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EABDA"/>
                  </a:solidFill>
                  <a:latin typeface="Roboto"/>
                </a:rPr>
                <a:t>Platform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654240" y="3257873"/>
            <a:ext cx="766682" cy="990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EABDA"/>
                </a:solidFill>
                <a:latin typeface="Roboto"/>
              </a:rPr>
              <a:t>Integration Layer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914201" y="3338227"/>
            <a:ext cx="694393" cy="198046"/>
            <a:chOff x="4457001" y="1112385"/>
            <a:chExt cx="694393" cy="198046"/>
          </a:xfrm>
        </p:grpSpPr>
        <p:sp>
          <p:nvSpPr>
            <p:cNvPr id="31" name="TextBox 30"/>
            <p:cNvSpPr txBox="1"/>
            <p:nvPr/>
          </p:nvSpPr>
          <p:spPr>
            <a:xfrm>
              <a:off x="4404922" y="1112385"/>
              <a:ext cx="798551" cy="990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EABDA"/>
                  </a:solidFill>
                  <a:latin typeface="Roboto"/>
                </a:rPr>
                <a:t>Integrity &amp;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404922" y="1211388"/>
              <a:ext cx="798551" cy="990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EABDA"/>
                  </a:solidFill>
                  <a:latin typeface="Roboto"/>
                </a:rPr>
                <a:t>Intelligence Layer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308632" y="3339623"/>
            <a:ext cx="685586" cy="198046"/>
            <a:chOff x="5851432" y="1113781"/>
            <a:chExt cx="685586" cy="198046"/>
          </a:xfrm>
        </p:grpSpPr>
        <p:sp>
          <p:nvSpPr>
            <p:cNvPr id="34" name="TextBox 33"/>
            <p:cNvSpPr txBox="1"/>
            <p:nvPr/>
          </p:nvSpPr>
          <p:spPr>
            <a:xfrm>
              <a:off x="5800014" y="1113781"/>
              <a:ext cx="788423" cy="990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3CC583"/>
                  </a:solidFill>
                  <a:latin typeface="Roboto"/>
                </a:rPr>
                <a:t>Storage &amp; Offline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00014" y="1212784"/>
              <a:ext cx="788423" cy="990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3CC583"/>
                  </a:solidFill>
                  <a:latin typeface="Roboto"/>
                </a:rPr>
                <a:t>Layer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737786" y="3474334"/>
            <a:ext cx="696013" cy="990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>
                <a:solidFill>
                  <a:srgbClr val="1EABDA"/>
                </a:solidFill>
                <a:latin typeface="Roboto"/>
              </a:rPr>
              <a:t>User Interfaces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6727" y="3273309"/>
            <a:ext cx="158136" cy="154540"/>
          </a:xfrm>
          <a:custGeom>
            <a:avLst/>
            <a:gdLst/>
            <a:ahLst/>
            <a:cxnLst/>
            <a:rect l="0" t="0" r="0" b="0"/>
            <a:pathLst>
              <a:path w="158136" h="154540">
                <a:moveTo>
                  <a:pt x="7188" y="0"/>
                </a:moveTo>
                <a:lnTo>
                  <a:pt x="65593" y="0"/>
                </a:lnTo>
                <a:cubicBezTo>
                  <a:pt x="69561" y="0"/>
                  <a:pt x="72777" y="3216"/>
                  <a:pt x="72777" y="7184"/>
                </a:cubicBezTo>
                <a:lnTo>
                  <a:pt x="72777" y="35943"/>
                </a:lnTo>
                <a:lnTo>
                  <a:pt x="72777" y="35943"/>
                </a:lnTo>
                <a:lnTo>
                  <a:pt x="3" y="35943"/>
                </a:lnTo>
                <a:lnTo>
                  <a:pt x="3" y="35943"/>
                </a:lnTo>
                <a:lnTo>
                  <a:pt x="3" y="7191"/>
                </a:lnTo>
                <a:cubicBezTo>
                  <a:pt x="0" y="3220"/>
                  <a:pt x="3217" y="0"/>
                  <a:pt x="7188" y="0"/>
                </a:cubicBezTo>
                <a:close/>
                <a:moveTo>
                  <a:pt x="3" y="57978"/>
                </a:moveTo>
                <a:lnTo>
                  <a:pt x="72777" y="57978"/>
                </a:lnTo>
                <a:lnTo>
                  <a:pt x="72777" y="122667"/>
                </a:lnTo>
                <a:lnTo>
                  <a:pt x="3" y="122667"/>
                </a:lnTo>
                <a:close/>
                <a:moveTo>
                  <a:pt x="48521" y="18872"/>
                </a:moveTo>
                <a:cubicBezTo>
                  <a:pt x="48521" y="20360"/>
                  <a:pt x="49728" y="21567"/>
                  <a:pt x="51217" y="21567"/>
                </a:cubicBezTo>
                <a:cubicBezTo>
                  <a:pt x="52705" y="21567"/>
                  <a:pt x="53912" y="20360"/>
                  <a:pt x="53912" y="18872"/>
                </a:cubicBezTo>
                <a:cubicBezTo>
                  <a:pt x="53912" y="17383"/>
                  <a:pt x="52705" y="16176"/>
                  <a:pt x="51217" y="16176"/>
                </a:cubicBezTo>
                <a:cubicBezTo>
                  <a:pt x="49728" y="16176"/>
                  <a:pt x="48521" y="17383"/>
                  <a:pt x="48521" y="18872"/>
                </a:cubicBezTo>
                <a:moveTo>
                  <a:pt x="18869" y="79539"/>
                </a:moveTo>
                <a:lnTo>
                  <a:pt x="54812" y="79539"/>
                </a:lnTo>
                <a:moveTo>
                  <a:pt x="40436" y="101099"/>
                </a:moveTo>
                <a:lnTo>
                  <a:pt x="54812" y="101099"/>
                </a:lnTo>
                <a:moveTo>
                  <a:pt x="104224" y="0"/>
                </a:moveTo>
                <a:lnTo>
                  <a:pt x="150976" y="0"/>
                </a:lnTo>
                <a:cubicBezTo>
                  <a:pt x="154935" y="15"/>
                  <a:pt x="158136" y="3231"/>
                  <a:pt x="158133" y="7191"/>
                </a:cubicBezTo>
                <a:lnTo>
                  <a:pt x="158133" y="35943"/>
                </a:lnTo>
                <a:lnTo>
                  <a:pt x="158133" y="35943"/>
                </a:lnTo>
                <a:lnTo>
                  <a:pt x="97040" y="35943"/>
                </a:lnTo>
                <a:lnTo>
                  <a:pt x="97040" y="35943"/>
                </a:lnTo>
                <a:lnTo>
                  <a:pt x="97040" y="7191"/>
                </a:lnTo>
                <a:cubicBezTo>
                  <a:pt x="97036" y="3220"/>
                  <a:pt x="100254" y="0"/>
                  <a:pt x="104224" y="0"/>
                </a:cubicBezTo>
                <a:close/>
                <a:moveTo>
                  <a:pt x="97040" y="57978"/>
                </a:moveTo>
                <a:lnTo>
                  <a:pt x="158133" y="57978"/>
                </a:lnTo>
                <a:lnTo>
                  <a:pt x="158133" y="101106"/>
                </a:lnTo>
                <a:lnTo>
                  <a:pt x="97040" y="101106"/>
                </a:lnTo>
                <a:close/>
                <a:moveTo>
                  <a:pt x="133877" y="18872"/>
                </a:moveTo>
                <a:cubicBezTo>
                  <a:pt x="133877" y="20360"/>
                  <a:pt x="135083" y="21567"/>
                  <a:pt x="136572" y="21567"/>
                </a:cubicBezTo>
                <a:cubicBezTo>
                  <a:pt x="138061" y="21567"/>
                  <a:pt x="139267" y="20360"/>
                  <a:pt x="139267" y="18872"/>
                </a:cubicBezTo>
                <a:cubicBezTo>
                  <a:pt x="139267" y="17383"/>
                  <a:pt x="138061" y="16176"/>
                  <a:pt x="136572" y="16176"/>
                </a:cubicBezTo>
                <a:cubicBezTo>
                  <a:pt x="135083" y="16176"/>
                  <a:pt x="133877" y="17383"/>
                  <a:pt x="133877" y="18872"/>
                </a:cubicBezTo>
                <a:moveTo>
                  <a:pt x="115005" y="79539"/>
                </a:moveTo>
                <a:lnTo>
                  <a:pt x="140161" y="79539"/>
                </a:lnTo>
                <a:moveTo>
                  <a:pt x="97040" y="122667"/>
                </a:moveTo>
                <a:lnTo>
                  <a:pt x="158133" y="122667"/>
                </a:lnTo>
                <a:lnTo>
                  <a:pt x="158133" y="154540"/>
                </a:lnTo>
                <a:lnTo>
                  <a:pt x="97040" y="154540"/>
                </a:lnTo>
                <a:close/>
                <a:moveTo>
                  <a:pt x="18669" y="97552"/>
                </a:moveTo>
                <a:cubicBezTo>
                  <a:pt x="18669" y="98975"/>
                  <a:pt x="19824" y="100130"/>
                  <a:pt x="21248" y="100130"/>
                </a:cubicBezTo>
                <a:cubicBezTo>
                  <a:pt x="22672" y="100130"/>
                  <a:pt x="23826" y="98975"/>
                  <a:pt x="23826" y="97552"/>
                </a:cubicBezTo>
                <a:cubicBezTo>
                  <a:pt x="23826" y="96128"/>
                  <a:pt x="22672" y="94973"/>
                  <a:pt x="21248" y="94973"/>
                </a:cubicBezTo>
                <a:cubicBezTo>
                  <a:pt x="19824" y="94973"/>
                  <a:pt x="18669" y="96128"/>
                  <a:pt x="18669" y="97552"/>
                </a:cubicBez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55075" y="3051616"/>
            <a:ext cx="158129" cy="159848"/>
          </a:xfrm>
          <a:custGeom>
            <a:avLst/>
            <a:gdLst/>
            <a:ahLst/>
            <a:cxnLst/>
            <a:rect l="0" t="0" r="0" b="0"/>
            <a:pathLst>
              <a:path w="158129" h="159848">
                <a:moveTo>
                  <a:pt x="121690" y="95908"/>
                </a:moveTo>
                <a:cubicBezTo>
                  <a:pt x="138191" y="95908"/>
                  <a:pt x="151254" y="82846"/>
                  <a:pt x="151254" y="66345"/>
                </a:cubicBezTo>
                <a:cubicBezTo>
                  <a:pt x="151254" y="49845"/>
                  <a:pt x="138191" y="36782"/>
                  <a:pt x="121690" y="36782"/>
                </a:cubicBezTo>
                <a:cubicBezTo>
                  <a:pt x="115503" y="36782"/>
                  <a:pt x="110003" y="38844"/>
                  <a:pt x="105190" y="42282"/>
                </a:cubicBezTo>
                <a:cubicBezTo>
                  <a:pt x="101065" y="20969"/>
                  <a:pt x="82502" y="5156"/>
                  <a:pt x="60501" y="5156"/>
                </a:cubicBezTo>
                <a:cubicBezTo>
                  <a:pt x="35063" y="5156"/>
                  <a:pt x="15125" y="25782"/>
                  <a:pt x="15125" y="50532"/>
                </a:cubicBezTo>
                <a:cubicBezTo>
                  <a:pt x="15125" y="75970"/>
                  <a:pt x="35750" y="95908"/>
                  <a:pt x="60501" y="95908"/>
                </a:cubicBezTo>
                <a:lnTo>
                  <a:pt x="121690" y="95908"/>
                </a:lnTo>
                <a:lnTo>
                  <a:pt x="121690" y="95908"/>
                </a:lnTo>
                <a:close/>
                <a:moveTo>
                  <a:pt x="82502" y="159848"/>
                </a:moveTo>
                <a:cubicBezTo>
                  <a:pt x="90096" y="159848"/>
                  <a:pt x="96252" y="153692"/>
                  <a:pt x="96252" y="146097"/>
                </a:cubicBezTo>
                <a:cubicBezTo>
                  <a:pt x="96252" y="138503"/>
                  <a:pt x="90096" y="132347"/>
                  <a:pt x="82502" y="132347"/>
                </a:cubicBezTo>
                <a:cubicBezTo>
                  <a:pt x="74907" y="132347"/>
                  <a:pt x="68751" y="138503"/>
                  <a:pt x="68751" y="146097"/>
                </a:cubicBezTo>
                <a:cubicBezTo>
                  <a:pt x="68751" y="153692"/>
                  <a:pt x="74907" y="159848"/>
                  <a:pt x="82502" y="159848"/>
                </a:cubicBezTo>
                <a:close/>
                <a:moveTo>
                  <a:pt x="20625" y="156410"/>
                </a:moveTo>
                <a:cubicBezTo>
                  <a:pt x="28219" y="156410"/>
                  <a:pt x="34375" y="150254"/>
                  <a:pt x="34375" y="142660"/>
                </a:cubicBezTo>
                <a:cubicBezTo>
                  <a:pt x="34375" y="135065"/>
                  <a:pt x="28219" y="128909"/>
                  <a:pt x="20625" y="128909"/>
                </a:cubicBezTo>
                <a:cubicBezTo>
                  <a:pt x="13031" y="128909"/>
                  <a:pt x="6875" y="135065"/>
                  <a:pt x="6875" y="142660"/>
                </a:cubicBezTo>
                <a:cubicBezTo>
                  <a:pt x="6875" y="150254"/>
                  <a:pt x="13031" y="156410"/>
                  <a:pt x="20625" y="156410"/>
                </a:cubicBezTo>
                <a:close/>
                <a:moveTo>
                  <a:pt x="144378" y="156410"/>
                </a:moveTo>
                <a:cubicBezTo>
                  <a:pt x="151973" y="156410"/>
                  <a:pt x="158129" y="150254"/>
                  <a:pt x="158129" y="142660"/>
                </a:cubicBezTo>
                <a:cubicBezTo>
                  <a:pt x="158129" y="135065"/>
                  <a:pt x="151973" y="128909"/>
                  <a:pt x="144378" y="128909"/>
                </a:cubicBezTo>
                <a:cubicBezTo>
                  <a:pt x="136784" y="128909"/>
                  <a:pt x="130628" y="135065"/>
                  <a:pt x="130628" y="142660"/>
                </a:cubicBezTo>
                <a:cubicBezTo>
                  <a:pt x="130628" y="150254"/>
                  <a:pt x="136784" y="156410"/>
                  <a:pt x="144378" y="156410"/>
                </a:cubicBezTo>
                <a:close/>
                <a:moveTo>
                  <a:pt x="31625" y="134409"/>
                </a:moveTo>
                <a:lnTo>
                  <a:pt x="82502" y="96059"/>
                </a:lnTo>
                <a:lnTo>
                  <a:pt x="82502" y="132317"/>
                </a:lnTo>
                <a:moveTo>
                  <a:pt x="0" y="0"/>
                </a:moveTo>
                <a:moveTo>
                  <a:pt x="133378" y="134409"/>
                </a:moveTo>
                <a:lnTo>
                  <a:pt x="82502" y="96059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9545" y="3136804"/>
            <a:ext cx="123753" cy="158129"/>
          </a:xfrm>
          <a:custGeom>
            <a:avLst/>
            <a:gdLst/>
            <a:ahLst/>
            <a:cxnLst/>
            <a:rect l="0" t="0" r="0" b="0"/>
            <a:pathLst>
              <a:path w="123753" h="158129">
                <a:moveTo>
                  <a:pt x="0" y="24063"/>
                </a:moveTo>
                <a:cubicBezTo>
                  <a:pt x="0" y="37352"/>
                  <a:pt x="27703" y="48126"/>
                  <a:pt x="61876" y="48126"/>
                </a:cubicBezTo>
                <a:cubicBezTo>
                  <a:pt x="96050" y="48126"/>
                  <a:pt x="123753" y="37352"/>
                  <a:pt x="123753" y="24063"/>
                </a:cubicBezTo>
                <a:cubicBezTo>
                  <a:pt x="123753" y="10773"/>
                  <a:pt x="96050" y="0"/>
                  <a:pt x="61876" y="0"/>
                </a:cubicBezTo>
                <a:cubicBezTo>
                  <a:pt x="27703" y="0"/>
                  <a:pt x="0" y="10773"/>
                  <a:pt x="0" y="24063"/>
                </a:cubicBezTo>
                <a:moveTo>
                  <a:pt x="0" y="24063"/>
                </a:moveTo>
                <a:lnTo>
                  <a:pt x="0" y="134066"/>
                </a:lnTo>
                <a:cubicBezTo>
                  <a:pt x="0" y="147355"/>
                  <a:pt x="27700" y="158129"/>
                  <a:pt x="61876" y="158129"/>
                </a:cubicBezTo>
                <a:cubicBezTo>
                  <a:pt x="96053" y="158129"/>
                  <a:pt x="123753" y="147355"/>
                  <a:pt x="123753" y="134066"/>
                </a:cubicBezTo>
                <a:lnTo>
                  <a:pt x="123753" y="24063"/>
                </a:lnTo>
                <a:moveTo>
                  <a:pt x="123753" y="48126"/>
                </a:moveTo>
                <a:cubicBezTo>
                  <a:pt x="123753" y="61416"/>
                  <a:pt x="96053" y="72189"/>
                  <a:pt x="61876" y="72189"/>
                </a:cubicBezTo>
                <a:cubicBezTo>
                  <a:pt x="27700" y="72189"/>
                  <a:pt x="0" y="61416"/>
                  <a:pt x="0" y="48126"/>
                </a:cubicBezTo>
                <a:moveTo>
                  <a:pt x="123753" y="72189"/>
                </a:moveTo>
                <a:cubicBezTo>
                  <a:pt x="123753" y="85479"/>
                  <a:pt x="96053" y="96252"/>
                  <a:pt x="61876" y="96252"/>
                </a:cubicBezTo>
                <a:cubicBezTo>
                  <a:pt x="27700" y="96252"/>
                  <a:pt x="0" y="85479"/>
                  <a:pt x="0" y="72189"/>
                </a:cubicBezTo>
              </a:path>
            </a:pathLst>
          </a:custGeom>
          <a:noFill/>
          <a:ln w="10312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82363" y="3134648"/>
            <a:ext cx="158070" cy="160541"/>
          </a:xfrm>
          <a:custGeom>
            <a:avLst/>
            <a:gdLst/>
            <a:ahLst/>
            <a:cxnLst/>
            <a:rect l="0" t="0" r="0" b="0"/>
            <a:pathLst>
              <a:path w="158070" h="160541">
                <a:moveTo>
                  <a:pt x="59365" y="27476"/>
                </a:moveTo>
                <a:cubicBezTo>
                  <a:pt x="66023" y="25231"/>
                  <a:pt x="69917" y="18327"/>
                  <a:pt x="68395" y="11468"/>
                </a:cubicBezTo>
                <a:cubicBezTo>
                  <a:pt x="66873" y="4608"/>
                  <a:pt x="60425" y="0"/>
                  <a:pt x="53442" y="781"/>
                </a:cubicBezTo>
                <a:cubicBezTo>
                  <a:pt x="46459" y="1563"/>
                  <a:pt x="41189" y="7483"/>
                  <a:pt x="41221" y="14509"/>
                </a:cubicBezTo>
                <a:cubicBezTo>
                  <a:pt x="41240" y="15750"/>
                  <a:pt x="41427" y="16983"/>
                  <a:pt x="41778" y="18174"/>
                </a:cubicBezTo>
                <a:cubicBezTo>
                  <a:pt x="41015" y="18105"/>
                  <a:pt x="40279" y="17947"/>
                  <a:pt x="39502" y="17947"/>
                </a:cubicBezTo>
                <a:cubicBezTo>
                  <a:pt x="29682" y="17899"/>
                  <a:pt x="20696" y="23460"/>
                  <a:pt x="16358" y="32271"/>
                </a:cubicBezTo>
                <a:cubicBezTo>
                  <a:pt x="12020" y="41081"/>
                  <a:pt x="13091" y="51595"/>
                  <a:pt x="19117" y="59349"/>
                </a:cubicBezTo>
                <a:cubicBezTo>
                  <a:pt x="8354" y="60088"/>
                  <a:pt x="0" y="69034"/>
                  <a:pt x="0" y="79823"/>
                </a:cubicBezTo>
                <a:cubicBezTo>
                  <a:pt x="0" y="90612"/>
                  <a:pt x="8354" y="99559"/>
                  <a:pt x="19117" y="100298"/>
                </a:cubicBezTo>
                <a:cubicBezTo>
                  <a:pt x="13091" y="108052"/>
                  <a:pt x="12020" y="118566"/>
                  <a:pt x="16358" y="127376"/>
                </a:cubicBezTo>
                <a:cubicBezTo>
                  <a:pt x="20696" y="136186"/>
                  <a:pt x="29682" y="141748"/>
                  <a:pt x="39502" y="141700"/>
                </a:cubicBezTo>
                <a:cubicBezTo>
                  <a:pt x="40279" y="141700"/>
                  <a:pt x="41015" y="141542"/>
                  <a:pt x="41778" y="141473"/>
                </a:cubicBezTo>
                <a:cubicBezTo>
                  <a:pt x="39735" y="148701"/>
                  <a:pt x="43869" y="156230"/>
                  <a:pt x="51064" y="158386"/>
                </a:cubicBezTo>
                <a:cubicBezTo>
                  <a:pt x="58258" y="160541"/>
                  <a:pt x="65851" y="156525"/>
                  <a:pt x="68119" y="149365"/>
                </a:cubicBezTo>
                <a:cubicBezTo>
                  <a:pt x="70386" y="142205"/>
                  <a:pt x="66489" y="134550"/>
                  <a:pt x="59365" y="132171"/>
                </a:cubicBezTo>
                <a:moveTo>
                  <a:pt x="98704" y="27476"/>
                </a:moveTo>
                <a:cubicBezTo>
                  <a:pt x="92046" y="25231"/>
                  <a:pt x="88152" y="18327"/>
                  <a:pt x="89674" y="11468"/>
                </a:cubicBezTo>
                <a:cubicBezTo>
                  <a:pt x="91196" y="4608"/>
                  <a:pt x="97645" y="0"/>
                  <a:pt x="104627" y="781"/>
                </a:cubicBezTo>
                <a:cubicBezTo>
                  <a:pt x="111610" y="1563"/>
                  <a:pt x="116880" y="7483"/>
                  <a:pt x="116848" y="14509"/>
                </a:cubicBezTo>
                <a:cubicBezTo>
                  <a:pt x="116829" y="15750"/>
                  <a:pt x="116642" y="16983"/>
                  <a:pt x="116291" y="18174"/>
                </a:cubicBezTo>
                <a:cubicBezTo>
                  <a:pt x="117054" y="18105"/>
                  <a:pt x="117790" y="17947"/>
                  <a:pt x="118567" y="17947"/>
                </a:cubicBezTo>
                <a:cubicBezTo>
                  <a:pt x="128387" y="17899"/>
                  <a:pt x="137374" y="23460"/>
                  <a:pt x="141711" y="32271"/>
                </a:cubicBezTo>
                <a:cubicBezTo>
                  <a:pt x="146049" y="41081"/>
                  <a:pt x="144978" y="51595"/>
                  <a:pt x="138952" y="59349"/>
                </a:cubicBezTo>
                <a:cubicBezTo>
                  <a:pt x="149716" y="60088"/>
                  <a:pt x="158070" y="69034"/>
                  <a:pt x="158070" y="79823"/>
                </a:cubicBezTo>
                <a:cubicBezTo>
                  <a:pt x="158070" y="90612"/>
                  <a:pt x="149716" y="99559"/>
                  <a:pt x="138952" y="100298"/>
                </a:cubicBezTo>
                <a:cubicBezTo>
                  <a:pt x="144978" y="108052"/>
                  <a:pt x="146049" y="118566"/>
                  <a:pt x="141711" y="127376"/>
                </a:cubicBezTo>
                <a:cubicBezTo>
                  <a:pt x="137374" y="136186"/>
                  <a:pt x="128387" y="141748"/>
                  <a:pt x="118567" y="141700"/>
                </a:cubicBezTo>
                <a:cubicBezTo>
                  <a:pt x="117790" y="141700"/>
                  <a:pt x="117054" y="141542"/>
                  <a:pt x="116291" y="141473"/>
                </a:cubicBezTo>
                <a:cubicBezTo>
                  <a:pt x="118334" y="148701"/>
                  <a:pt x="114200" y="156230"/>
                  <a:pt x="107006" y="158386"/>
                </a:cubicBezTo>
                <a:cubicBezTo>
                  <a:pt x="99811" y="160541"/>
                  <a:pt x="92218" y="156525"/>
                  <a:pt x="89951" y="149365"/>
                </a:cubicBezTo>
                <a:cubicBezTo>
                  <a:pt x="87683" y="142205"/>
                  <a:pt x="91581" y="134550"/>
                  <a:pt x="98704" y="132171"/>
                </a:cubicBezTo>
                <a:moveTo>
                  <a:pt x="68722" y="13822"/>
                </a:moveTo>
                <a:cubicBezTo>
                  <a:pt x="75103" y="10137"/>
                  <a:pt x="82966" y="10137"/>
                  <a:pt x="89347" y="13822"/>
                </a:cubicBezTo>
                <a:moveTo>
                  <a:pt x="89347" y="145825"/>
                </a:moveTo>
                <a:cubicBezTo>
                  <a:pt x="82966" y="149510"/>
                  <a:pt x="75103" y="149510"/>
                  <a:pt x="68722" y="145825"/>
                </a:cubicBezTo>
                <a:moveTo>
                  <a:pt x="58409" y="52323"/>
                </a:moveTo>
                <a:lnTo>
                  <a:pt x="99660" y="52323"/>
                </a:lnTo>
                <a:cubicBezTo>
                  <a:pt x="99660" y="52323"/>
                  <a:pt x="106535" y="52323"/>
                  <a:pt x="106535" y="59198"/>
                </a:cubicBezTo>
                <a:lnTo>
                  <a:pt x="106535" y="100449"/>
                </a:lnTo>
                <a:cubicBezTo>
                  <a:pt x="106535" y="100449"/>
                  <a:pt x="106535" y="107324"/>
                  <a:pt x="99660" y="107324"/>
                </a:cubicBezTo>
                <a:lnTo>
                  <a:pt x="58409" y="107324"/>
                </a:lnTo>
                <a:cubicBezTo>
                  <a:pt x="58409" y="107324"/>
                  <a:pt x="51534" y="107324"/>
                  <a:pt x="51534" y="100449"/>
                </a:cubicBezTo>
                <a:lnTo>
                  <a:pt x="51534" y="59198"/>
                </a:lnTo>
                <a:cubicBezTo>
                  <a:pt x="51534" y="59198"/>
                  <a:pt x="51534" y="52323"/>
                  <a:pt x="58409" y="52323"/>
                </a:cubicBezTo>
                <a:moveTo>
                  <a:pt x="65284" y="52323"/>
                </a:moveTo>
                <a:lnTo>
                  <a:pt x="65284" y="38572"/>
                </a:lnTo>
                <a:moveTo>
                  <a:pt x="92785" y="38572"/>
                </a:moveTo>
                <a:lnTo>
                  <a:pt x="92785" y="52323"/>
                </a:lnTo>
                <a:moveTo>
                  <a:pt x="51534" y="93574"/>
                </a:moveTo>
                <a:lnTo>
                  <a:pt x="37783" y="93574"/>
                </a:lnTo>
                <a:moveTo>
                  <a:pt x="51534" y="66073"/>
                </a:moveTo>
                <a:lnTo>
                  <a:pt x="37783" y="66073"/>
                </a:lnTo>
                <a:moveTo>
                  <a:pt x="92785" y="121075"/>
                </a:moveTo>
                <a:lnTo>
                  <a:pt x="92785" y="107324"/>
                </a:lnTo>
                <a:moveTo>
                  <a:pt x="65284" y="107324"/>
                </a:moveTo>
                <a:lnTo>
                  <a:pt x="65284" y="121075"/>
                </a:lnTo>
                <a:moveTo>
                  <a:pt x="106535" y="66073"/>
                </a:moveTo>
                <a:lnTo>
                  <a:pt x="120286" y="66073"/>
                </a:lnTo>
                <a:moveTo>
                  <a:pt x="106535" y="93574"/>
                </a:moveTo>
                <a:lnTo>
                  <a:pt x="120286" y="93574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785865" y="3088678"/>
            <a:ext cx="159848" cy="159848"/>
          </a:xfrm>
          <a:custGeom>
            <a:avLst/>
            <a:gdLst/>
            <a:ahLst/>
            <a:cxnLst/>
            <a:rect l="0" t="0" r="0" b="0"/>
            <a:pathLst>
              <a:path w="159848" h="159848">
                <a:moveTo>
                  <a:pt x="118596" y="25781"/>
                </a:moveTo>
                <a:cubicBezTo>
                  <a:pt x="118596" y="29907"/>
                  <a:pt x="115846" y="32657"/>
                  <a:pt x="111721" y="32657"/>
                </a:cubicBezTo>
                <a:lnTo>
                  <a:pt x="97971" y="32657"/>
                </a:lnTo>
                <a:cubicBezTo>
                  <a:pt x="93846" y="32657"/>
                  <a:pt x="91096" y="29907"/>
                  <a:pt x="91096" y="25781"/>
                </a:cubicBezTo>
                <a:lnTo>
                  <a:pt x="91096" y="12031"/>
                </a:lnTo>
                <a:cubicBezTo>
                  <a:pt x="91096" y="7906"/>
                  <a:pt x="93846" y="5156"/>
                  <a:pt x="97971" y="5156"/>
                </a:cubicBezTo>
                <a:lnTo>
                  <a:pt x="111721" y="5156"/>
                </a:lnTo>
                <a:cubicBezTo>
                  <a:pt x="115846" y="5156"/>
                  <a:pt x="118596" y="7906"/>
                  <a:pt x="118596" y="12031"/>
                </a:cubicBezTo>
                <a:close/>
                <a:moveTo>
                  <a:pt x="159848" y="65658"/>
                </a:moveTo>
                <a:cubicBezTo>
                  <a:pt x="159848" y="69783"/>
                  <a:pt x="157098" y="72533"/>
                  <a:pt x="152972" y="72533"/>
                </a:cubicBezTo>
                <a:lnTo>
                  <a:pt x="139222" y="72533"/>
                </a:lnTo>
                <a:cubicBezTo>
                  <a:pt x="135097" y="72533"/>
                  <a:pt x="132347" y="69783"/>
                  <a:pt x="132347" y="65658"/>
                </a:cubicBezTo>
                <a:lnTo>
                  <a:pt x="132347" y="51908"/>
                </a:lnTo>
                <a:cubicBezTo>
                  <a:pt x="132347" y="47782"/>
                  <a:pt x="135097" y="45032"/>
                  <a:pt x="139222" y="45032"/>
                </a:cubicBezTo>
                <a:lnTo>
                  <a:pt x="152972" y="45032"/>
                </a:lnTo>
                <a:cubicBezTo>
                  <a:pt x="157098" y="45032"/>
                  <a:pt x="159848" y="47782"/>
                  <a:pt x="159848" y="51908"/>
                </a:cubicBezTo>
                <a:close/>
                <a:moveTo>
                  <a:pt x="159848" y="113784"/>
                </a:moveTo>
                <a:cubicBezTo>
                  <a:pt x="159848" y="117909"/>
                  <a:pt x="157098" y="120659"/>
                  <a:pt x="152972" y="120659"/>
                </a:cubicBezTo>
                <a:lnTo>
                  <a:pt x="139222" y="120659"/>
                </a:lnTo>
                <a:cubicBezTo>
                  <a:pt x="135097" y="120659"/>
                  <a:pt x="132347" y="117909"/>
                  <a:pt x="132347" y="113784"/>
                </a:cubicBezTo>
                <a:lnTo>
                  <a:pt x="132347" y="100033"/>
                </a:lnTo>
                <a:cubicBezTo>
                  <a:pt x="132347" y="95908"/>
                  <a:pt x="135097" y="93158"/>
                  <a:pt x="139222" y="93158"/>
                </a:cubicBezTo>
                <a:lnTo>
                  <a:pt x="152972" y="93158"/>
                </a:lnTo>
                <a:cubicBezTo>
                  <a:pt x="157098" y="93158"/>
                  <a:pt x="159848" y="95908"/>
                  <a:pt x="159848" y="100033"/>
                </a:cubicBezTo>
                <a:close/>
                <a:moveTo>
                  <a:pt x="118596" y="152972"/>
                </a:moveTo>
                <a:cubicBezTo>
                  <a:pt x="118596" y="157098"/>
                  <a:pt x="115846" y="159848"/>
                  <a:pt x="111721" y="159848"/>
                </a:cubicBezTo>
                <a:lnTo>
                  <a:pt x="97971" y="159848"/>
                </a:lnTo>
                <a:cubicBezTo>
                  <a:pt x="93846" y="159848"/>
                  <a:pt x="91096" y="157098"/>
                  <a:pt x="91096" y="152972"/>
                </a:cubicBezTo>
                <a:lnTo>
                  <a:pt x="91096" y="139222"/>
                </a:lnTo>
                <a:cubicBezTo>
                  <a:pt x="91096" y="135097"/>
                  <a:pt x="93846" y="132347"/>
                  <a:pt x="97971" y="132347"/>
                </a:cubicBezTo>
                <a:lnTo>
                  <a:pt x="111721" y="132347"/>
                </a:lnTo>
                <a:cubicBezTo>
                  <a:pt x="115846" y="132347"/>
                  <a:pt x="118596" y="135097"/>
                  <a:pt x="118596" y="139222"/>
                </a:cubicBezTo>
                <a:close/>
                <a:moveTo>
                  <a:pt x="132346" y="58783"/>
                </a:moveTo>
                <a:lnTo>
                  <a:pt x="68407" y="84221"/>
                </a:lnTo>
                <a:lnTo>
                  <a:pt x="93217" y="30992"/>
                </a:lnTo>
                <a:moveTo>
                  <a:pt x="0" y="0"/>
                </a:moveTo>
                <a:moveTo>
                  <a:pt x="132346" y="106909"/>
                </a:moveTo>
                <a:lnTo>
                  <a:pt x="68407" y="84221"/>
                </a:lnTo>
                <a:lnTo>
                  <a:pt x="93029" y="134200"/>
                </a:lnTo>
                <a:moveTo>
                  <a:pt x="0" y="0"/>
                </a:moveTo>
                <a:moveTo>
                  <a:pt x="117339" y="30025"/>
                </a:moveTo>
                <a:lnTo>
                  <a:pt x="134232" y="46917"/>
                </a:lnTo>
                <a:moveTo>
                  <a:pt x="146097" y="72533"/>
                </a:moveTo>
                <a:lnTo>
                  <a:pt x="146097" y="93158"/>
                </a:lnTo>
                <a:moveTo>
                  <a:pt x="0" y="0"/>
                </a:moveTo>
                <a:moveTo>
                  <a:pt x="117345" y="134973"/>
                </a:moveTo>
                <a:lnTo>
                  <a:pt x="133914" y="118403"/>
                </a:lnTo>
                <a:moveTo>
                  <a:pt x="36094" y="59470"/>
                </a:moveTo>
                <a:cubicBezTo>
                  <a:pt x="53181" y="59470"/>
                  <a:pt x="67033" y="54853"/>
                  <a:pt x="67033" y="49157"/>
                </a:cubicBezTo>
                <a:cubicBezTo>
                  <a:pt x="67033" y="43462"/>
                  <a:pt x="53181" y="38844"/>
                  <a:pt x="36094" y="38844"/>
                </a:cubicBezTo>
                <a:cubicBezTo>
                  <a:pt x="19007" y="38844"/>
                  <a:pt x="5156" y="43462"/>
                  <a:pt x="5156" y="49157"/>
                </a:cubicBezTo>
                <a:cubicBezTo>
                  <a:pt x="5156" y="54853"/>
                  <a:pt x="19007" y="59470"/>
                  <a:pt x="36094" y="59470"/>
                </a:cubicBezTo>
                <a:close/>
                <a:moveTo>
                  <a:pt x="67033" y="59470"/>
                </a:moveTo>
                <a:lnTo>
                  <a:pt x="67033" y="90408"/>
                </a:lnTo>
                <a:cubicBezTo>
                  <a:pt x="67033" y="95908"/>
                  <a:pt x="53282" y="100721"/>
                  <a:pt x="36094" y="100721"/>
                </a:cubicBezTo>
                <a:cubicBezTo>
                  <a:pt x="18906" y="100721"/>
                  <a:pt x="5156" y="95908"/>
                  <a:pt x="5156" y="90408"/>
                </a:cubicBezTo>
                <a:lnTo>
                  <a:pt x="5156" y="59470"/>
                </a:lnTo>
                <a:moveTo>
                  <a:pt x="67033" y="49338"/>
                </a:moveTo>
                <a:lnTo>
                  <a:pt x="67033" y="69783"/>
                </a:lnTo>
                <a:cubicBezTo>
                  <a:pt x="67033" y="75283"/>
                  <a:pt x="53282" y="80095"/>
                  <a:pt x="36094" y="80095"/>
                </a:cubicBezTo>
                <a:cubicBezTo>
                  <a:pt x="18906" y="80095"/>
                  <a:pt x="5156" y="75283"/>
                  <a:pt x="5156" y="69783"/>
                </a:cubicBezTo>
                <a:lnTo>
                  <a:pt x="5156" y="49338"/>
                </a:lnTo>
                <a:moveTo>
                  <a:pt x="67033" y="80095"/>
                </a:moveTo>
                <a:lnTo>
                  <a:pt x="67033" y="111034"/>
                </a:lnTo>
                <a:cubicBezTo>
                  <a:pt x="67033" y="116534"/>
                  <a:pt x="53282" y="121347"/>
                  <a:pt x="36094" y="121347"/>
                </a:cubicBezTo>
                <a:cubicBezTo>
                  <a:pt x="18906" y="121347"/>
                  <a:pt x="5156" y="116534"/>
                  <a:pt x="5156" y="111034"/>
                </a:cubicBezTo>
                <a:lnTo>
                  <a:pt x="5156" y="80095"/>
                </a:lnTo>
              </a:path>
            </a:pathLst>
          </a:custGeom>
          <a:noFill/>
          <a:ln w="1031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42932" y="2555851"/>
            <a:ext cx="3255241" cy="2062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Strategic DMS Platform Architecture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759706" y="3614585"/>
            <a:ext cx="652173" cy="346377"/>
            <a:chOff x="302506" y="1388743"/>
            <a:chExt cx="652173" cy="346377"/>
          </a:xfrm>
        </p:grpSpPr>
        <p:sp>
          <p:nvSpPr>
            <p:cNvPr id="44" name="TextBox 43"/>
            <p:cNvSpPr txBox="1"/>
            <p:nvPr/>
          </p:nvSpPr>
          <p:spPr>
            <a:xfrm>
              <a:off x="253594" y="1388743"/>
              <a:ext cx="749998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Web Portal,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53594" y="1475301"/>
              <a:ext cx="749998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Mobile App,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53594" y="1561928"/>
              <a:ext cx="749998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Citizen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53594" y="1648487"/>
              <a:ext cx="749998" cy="86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Milestone Portal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099403" y="3750694"/>
            <a:ext cx="744239" cy="173212"/>
            <a:chOff x="1642203" y="1524852"/>
            <a:chExt cx="744239" cy="173212"/>
          </a:xfrm>
        </p:grpSpPr>
        <p:sp>
          <p:nvSpPr>
            <p:cNvPr id="49" name="TextBox 48"/>
            <p:cNvSpPr txBox="1"/>
            <p:nvPr/>
          </p:nvSpPr>
          <p:spPr>
            <a:xfrm>
              <a:off x="1586386" y="1524852"/>
              <a:ext cx="855874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MFA, RBAC, ABAC,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586386" y="1611479"/>
              <a:ext cx="855874" cy="865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PKI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489909" y="3534236"/>
            <a:ext cx="756916" cy="606129"/>
            <a:chOff x="3032709" y="1308394"/>
            <a:chExt cx="756916" cy="606129"/>
          </a:xfrm>
        </p:grpSpPr>
        <p:sp>
          <p:nvSpPr>
            <p:cNvPr id="52" name="TextBox 51"/>
            <p:cNvSpPr txBox="1"/>
            <p:nvPr/>
          </p:nvSpPr>
          <p:spPr>
            <a:xfrm>
              <a:off x="2975941" y="1308394"/>
              <a:ext cx="870453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Case Registry,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75941" y="1394952"/>
              <a:ext cx="870453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Person/UPI,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975941" y="1481579"/>
              <a:ext cx="870453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Document Service,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975941" y="1568138"/>
              <a:ext cx="870453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Search, Evidence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975941" y="1654697"/>
              <a:ext cx="870453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Registry, Workflow,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975941" y="1741324"/>
              <a:ext cx="870453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Redaction, Court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975941" y="1827883"/>
              <a:ext cx="870453" cy="86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Bundles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93094" y="3577529"/>
            <a:ext cx="736614" cy="519550"/>
            <a:chOff x="4435894" y="1351687"/>
            <a:chExt cx="736614" cy="519550"/>
          </a:xfrm>
        </p:grpSpPr>
        <p:sp>
          <p:nvSpPr>
            <p:cNvPr id="60" name="TextBox 59"/>
            <p:cNvSpPr txBox="1"/>
            <p:nvPr/>
          </p:nvSpPr>
          <p:spPr>
            <a:xfrm>
              <a:off x="4380648" y="1351687"/>
              <a:ext cx="847106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Hashing,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380648" y="1438245"/>
              <a:ext cx="847106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Signatures, Audit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380648" y="1524804"/>
              <a:ext cx="847106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Ledger, OCR/NLP,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380648" y="1611431"/>
              <a:ext cx="847106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Entity Resolution,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380648" y="1697990"/>
              <a:ext cx="847106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Knowledge Graph,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380648" y="1784548"/>
              <a:ext cx="847106" cy="866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Rule Engine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7673138" y="3398126"/>
            <a:ext cx="728879" cy="779302"/>
            <a:chOff x="7215938" y="1172284"/>
            <a:chExt cx="728879" cy="779302"/>
          </a:xfrm>
        </p:grpSpPr>
        <p:sp>
          <p:nvSpPr>
            <p:cNvPr id="67" name="TextBox 66"/>
            <p:cNvSpPr txBox="1"/>
            <p:nvPr/>
          </p:nvSpPr>
          <p:spPr>
            <a:xfrm>
              <a:off x="7161273" y="1172284"/>
              <a:ext cx="838210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API Gateway,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161273" y="1258843"/>
              <a:ext cx="838210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Webhooks,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61273" y="1345402"/>
              <a:ext cx="838210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Adapters, Event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161273" y="1432029"/>
              <a:ext cx="838210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Bus, CCTNS,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161273" y="1518588"/>
              <a:ext cx="838210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eSakshya, ICJS, e-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161273" y="1605146"/>
              <a:ext cx="838210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Courts, e-Prisons,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161273" y="1691774"/>
              <a:ext cx="838210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e-Forensics, e-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161273" y="1778332"/>
              <a:ext cx="838210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Prosecution,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161273" y="1864960"/>
              <a:ext cx="838210" cy="86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DigiLocker</a:t>
              </a: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6275974" y="3578925"/>
            <a:ext cx="750901" cy="606129"/>
            <a:chOff x="5818774" y="1353083"/>
            <a:chExt cx="750901" cy="606129"/>
          </a:xfrm>
        </p:grpSpPr>
        <p:sp>
          <p:nvSpPr>
            <p:cNvPr id="77" name="TextBox 76"/>
            <p:cNvSpPr txBox="1"/>
            <p:nvPr/>
          </p:nvSpPr>
          <p:spPr>
            <a:xfrm>
              <a:off x="5762457" y="1353083"/>
              <a:ext cx="863536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PostgreSQL,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762457" y="1439641"/>
              <a:ext cx="863536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Encrypted Object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762457" y="1526268"/>
              <a:ext cx="863536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Storage, Graph DB,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762457" y="1612827"/>
              <a:ext cx="863536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Mobile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762457" y="1699386"/>
              <a:ext cx="863536" cy="86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SQLite/SQLCipher,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762457" y="1786013"/>
              <a:ext cx="863536" cy="86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Sync Queue, Local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762457" y="1872572"/>
              <a:ext cx="863536" cy="86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500" b="0">
                  <a:solidFill>
                    <a:srgbClr val="484848"/>
                  </a:solidFill>
                  <a:latin typeface="Roboto"/>
                </a:rPr>
                <a:t>Journal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2117663" y="3511396"/>
            <a:ext cx="707718" cy="198045"/>
            <a:chOff x="1660463" y="1285554"/>
            <a:chExt cx="707718" cy="198045"/>
          </a:xfrm>
        </p:grpSpPr>
        <p:sp>
          <p:nvSpPr>
            <p:cNvPr id="85" name="TextBox 84"/>
            <p:cNvSpPr txBox="1"/>
            <p:nvPr/>
          </p:nvSpPr>
          <p:spPr>
            <a:xfrm>
              <a:off x="1607385" y="1285554"/>
              <a:ext cx="813875" cy="990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EABDA"/>
                  </a:solidFill>
                  <a:latin typeface="Roboto"/>
                </a:rPr>
                <a:t>Identity &amp; Access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607385" y="1384556"/>
              <a:ext cx="813875" cy="990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1EABDA"/>
                  </a:solidFill>
                  <a:latin typeface="Roboto"/>
                </a:rPr>
                <a:t>Layer</a:t>
              </a:r>
            </a:p>
          </p:txBody>
        </p:sp>
      </p:grpSp>
      <p:sp>
        <p:nvSpPr>
          <p:cNvPr id="88" name="Rounded Rectangle 87"/>
          <p:cNvSpPr/>
          <p:nvPr/>
        </p:nvSpPr>
        <p:spPr>
          <a:xfrm>
            <a:off x="622204" y="4405033"/>
            <a:ext cx="740058" cy="82774"/>
          </a:xfrm>
          <a:custGeom>
            <a:avLst/>
            <a:gdLst/>
            <a:ahLst/>
            <a:cxnLst/>
            <a:rect l="0" t="0" r="0" b="0"/>
            <a:pathLst>
              <a:path w="740058" h="82774">
                <a:moveTo>
                  <a:pt x="421332" y="80859"/>
                </a:moveTo>
                <a:cubicBezTo>
                  <a:pt x="421556" y="81684"/>
                  <a:pt x="422203" y="82330"/>
                  <a:pt x="423029" y="82552"/>
                </a:cubicBezTo>
                <a:cubicBezTo>
                  <a:pt x="423855" y="82774"/>
                  <a:pt x="424739" y="82540"/>
                  <a:pt x="425347" y="81939"/>
                </a:cubicBezTo>
                <a:lnTo>
                  <a:pt x="461118" y="46593"/>
                </a:lnTo>
                <a:lnTo>
                  <a:pt x="418609" y="70815"/>
                </a:lnTo>
                <a:close/>
                <a:moveTo>
                  <a:pt x="406096" y="419"/>
                </a:moveTo>
                <a:cubicBezTo>
                  <a:pt x="405352" y="0"/>
                  <a:pt x="404438" y="6"/>
                  <a:pt x="403700" y="438"/>
                </a:cubicBezTo>
                <a:cubicBezTo>
                  <a:pt x="402962" y="869"/>
                  <a:pt x="402507" y="1662"/>
                  <a:pt x="402507" y="2516"/>
                </a:cubicBezTo>
                <a:lnTo>
                  <a:pt x="402507" y="23905"/>
                </a:lnTo>
                <a:lnTo>
                  <a:pt x="425030" y="11062"/>
                </a:lnTo>
                <a:close/>
                <a:moveTo>
                  <a:pt x="431727" y="14892"/>
                </a:moveTo>
                <a:lnTo>
                  <a:pt x="402507" y="31537"/>
                </a:lnTo>
                <a:lnTo>
                  <a:pt x="402507" y="48346"/>
                </a:lnTo>
                <a:lnTo>
                  <a:pt x="446447" y="23293"/>
                </a:lnTo>
                <a:close/>
                <a:moveTo>
                  <a:pt x="464095" y="37601"/>
                </a:moveTo>
                <a:cubicBezTo>
                  <a:pt x="464848" y="37174"/>
                  <a:pt x="465315" y="36372"/>
                  <a:pt x="465315" y="35507"/>
                </a:cubicBezTo>
                <a:cubicBezTo>
                  <a:pt x="465315" y="34642"/>
                  <a:pt x="464848" y="33840"/>
                  <a:pt x="464095" y="33414"/>
                </a:cubicBezTo>
                <a:lnTo>
                  <a:pt x="453150" y="27226"/>
                </a:lnTo>
                <a:lnTo>
                  <a:pt x="402514" y="56095"/>
                </a:lnTo>
                <a:lnTo>
                  <a:pt x="402514" y="68346"/>
                </a:lnTo>
                <a:cubicBezTo>
                  <a:pt x="402512" y="69203"/>
                  <a:pt x="402968" y="69999"/>
                  <a:pt x="403708" y="70430"/>
                </a:cubicBezTo>
                <a:cubicBezTo>
                  <a:pt x="404448" y="70862"/>
                  <a:pt x="405365" y="70867"/>
                  <a:pt x="406110" y="70443"/>
                </a:cubicBezTo>
                <a:lnTo>
                  <a:pt x="464102" y="37601"/>
                </a:lnTo>
                <a:close/>
                <a:moveTo>
                  <a:pt x="278733" y="10430"/>
                </a:moveTo>
                <a:cubicBezTo>
                  <a:pt x="278733" y="7453"/>
                  <a:pt x="281174" y="5046"/>
                  <a:pt x="284179" y="5046"/>
                </a:cubicBezTo>
                <a:cubicBezTo>
                  <a:pt x="287183" y="5046"/>
                  <a:pt x="289624" y="7453"/>
                  <a:pt x="289624" y="10430"/>
                </a:cubicBezTo>
                <a:cubicBezTo>
                  <a:pt x="289624" y="13407"/>
                  <a:pt x="287183" y="15813"/>
                  <a:pt x="284179" y="15813"/>
                </a:cubicBezTo>
                <a:cubicBezTo>
                  <a:pt x="281174" y="15813"/>
                  <a:pt x="278733" y="13407"/>
                  <a:pt x="278733" y="10430"/>
                </a:cubicBezTo>
                <a:close/>
                <a:moveTo>
                  <a:pt x="685545" y="10430"/>
                </a:moveTo>
                <a:cubicBezTo>
                  <a:pt x="685545" y="7453"/>
                  <a:pt x="687986" y="5046"/>
                  <a:pt x="690990" y="5046"/>
                </a:cubicBezTo>
                <a:cubicBezTo>
                  <a:pt x="693995" y="5046"/>
                  <a:pt x="696435" y="7453"/>
                  <a:pt x="696435" y="10430"/>
                </a:cubicBezTo>
                <a:cubicBezTo>
                  <a:pt x="696435" y="13407"/>
                  <a:pt x="693995" y="15813"/>
                  <a:pt x="690990" y="15813"/>
                </a:cubicBezTo>
                <a:cubicBezTo>
                  <a:pt x="687986" y="15813"/>
                  <a:pt x="685545" y="13407"/>
                  <a:pt x="685545" y="10430"/>
                </a:cubicBezTo>
                <a:close/>
                <a:moveTo>
                  <a:pt x="94616" y="62929"/>
                </a:moveTo>
                <a:lnTo>
                  <a:pt x="85884" y="62929"/>
                </a:lnTo>
                <a:lnTo>
                  <a:pt x="85884" y="59580"/>
                </a:lnTo>
                <a:cubicBezTo>
                  <a:pt x="83987" y="60962"/>
                  <a:pt x="79944" y="63767"/>
                  <a:pt x="72952" y="63767"/>
                </a:cubicBezTo>
                <a:cubicBezTo>
                  <a:pt x="64688" y="63767"/>
                  <a:pt x="57318" y="58309"/>
                  <a:pt x="58260" y="49481"/>
                </a:cubicBezTo>
                <a:cubicBezTo>
                  <a:pt x="59071" y="41877"/>
                  <a:pt x="66187" y="38591"/>
                  <a:pt x="70965" y="37607"/>
                </a:cubicBezTo>
                <a:lnTo>
                  <a:pt x="85884" y="35235"/>
                </a:lnTo>
                <a:cubicBezTo>
                  <a:pt x="85884" y="31530"/>
                  <a:pt x="83891" y="28663"/>
                  <a:pt x="78569" y="28319"/>
                </a:cubicBezTo>
                <a:cubicBezTo>
                  <a:pt x="73248" y="27975"/>
                  <a:pt x="70250" y="30416"/>
                  <a:pt x="67768" y="35311"/>
                </a:cubicBezTo>
                <a:lnTo>
                  <a:pt x="60041" y="31152"/>
                </a:lnTo>
                <a:cubicBezTo>
                  <a:pt x="68414" y="13063"/>
                  <a:pt x="94616" y="19024"/>
                  <a:pt x="94616" y="33998"/>
                </a:cubicBezTo>
                <a:lnTo>
                  <a:pt x="94616" y="62922"/>
                </a:lnTo>
                <a:close/>
                <a:moveTo>
                  <a:pt x="85884" y="43266"/>
                </a:moveTo>
                <a:lnTo>
                  <a:pt x="73399" y="45308"/>
                </a:lnTo>
                <a:cubicBezTo>
                  <a:pt x="70340" y="46043"/>
                  <a:pt x="66833" y="47666"/>
                  <a:pt x="67170" y="51482"/>
                </a:cubicBezTo>
                <a:cubicBezTo>
                  <a:pt x="67596" y="56253"/>
                  <a:pt x="76218" y="56741"/>
                  <a:pt x="80254" y="54197"/>
                </a:cubicBezTo>
                <a:cubicBezTo>
                  <a:pt x="85458" y="50911"/>
                  <a:pt x="85926" y="45988"/>
                  <a:pt x="85884" y="43266"/>
                </a:cubicBezTo>
                <a:close/>
                <a:moveTo>
                  <a:pt x="585449" y="62929"/>
                </a:moveTo>
                <a:lnTo>
                  <a:pt x="576718" y="62929"/>
                </a:lnTo>
                <a:lnTo>
                  <a:pt x="576718" y="59580"/>
                </a:lnTo>
                <a:cubicBezTo>
                  <a:pt x="574820" y="60962"/>
                  <a:pt x="570778" y="63767"/>
                  <a:pt x="563786" y="63767"/>
                </a:cubicBezTo>
                <a:cubicBezTo>
                  <a:pt x="555522" y="63767"/>
                  <a:pt x="548151" y="58309"/>
                  <a:pt x="549093" y="49481"/>
                </a:cubicBezTo>
                <a:cubicBezTo>
                  <a:pt x="549905" y="41877"/>
                  <a:pt x="557020" y="38591"/>
                  <a:pt x="561799" y="37607"/>
                </a:cubicBezTo>
                <a:lnTo>
                  <a:pt x="576718" y="35235"/>
                </a:lnTo>
                <a:cubicBezTo>
                  <a:pt x="576718" y="31530"/>
                  <a:pt x="574724" y="28663"/>
                  <a:pt x="569403" y="28319"/>
                </a:cubicBezTo>
                <a:cubicBezTo>
                  <a:pt x="564081" y="27975"/>
                  <a:pt x="561084" y="30416"/>
                  <a:pt x="558602" y="35311"/>
                </a:cubicBezTo>
                <a:lnTo>
                  <a:pt x="550874" y="31152"/>
                </a:lnTo>
                <a:cubicBezTo>
                  <a:pt x="559248" y="13063"/>
                  <a:pt x="585449" y="19024"/>
                  <a:pt x="585449" y="33998"/>
                </a:cubicBezTo>
                <a:lnTo>
                  <a:pt x="585449" y="62922"/>
                </a:lnTo>
                <a:close/>
                <a:moveTo>
                  <a:pt x="576718" y="43266"/>
                </a:moveTo>
                <a:lnTo>
                  <a:pt x="576711" y="43266"/>
                </a:lnTo>
                <a:lnTo>
                  <a:pt x="564226" y="45308"/>
                </a:lnTo>
                <a:cubicBezTo>
                  <a:pt x="561166" y="46043"/>
                  <a:pt x="557660" y="47666"/>
                  <a:pt x="557997" y="51482"/>
                </a:cubicBezTo>
                <a:cubicBezTo>
                  <a:pt x="558423" y="56253"/>
                  <a:pt x="567044" y="56741"/>
                  <a:pt x="571080" y="54197"/>
                </a:cubicBezTo>
                <a:cubicBezTo>
                  <a:pt x="576292" y="50911"/>
                  <a:pt x="576759" y="45988"/>
                  <a:pt x="576718" y="43266"/>
                </a:cubicBezTo>
                <a:close/>
                <a:moveTo>
                  <a:pt x="653802" y="62929"/>
                </a:moveTo>
                <a:lnTo>
                  <a:pt x="645236" y="62929"/>
                </a:lnTo>
                <a:lnTo>
                  <a:pt x="645236" y="4833"/>
                </a:lnTo>
                <a:lnTo>
                  <a:pt x="653802" y="4833"/>
                </a:lnTo>
                <a:lnTo>
                  <a:pt x="653802" y="38487"/>
                </a:lnTo>
                <a:lnTo>
                  <a:pt x="672228" y="20894"/>
                </a:lnTo>
                <a:lnTo>
                  <a:pt x="684177" y="20894"/>
                </a:lnTo>
                <a:lnTo>
                  <a:pt x="666075" y="38322"/>
                </a:lnTo>
                <a:lnTo>
                  <a:pt x="684741" y="62922"/>
                </a:lnTo>
                <a:lnTo>
                  <a:pt x="674043" y="62922"/>
                </a:lnTo>
                <a:lnTo>
                  <a:pt x="659763" y="44311"/>
                </a:lnTo>
                <a:lnTo>
                  <a:pt x="653802" y="50113"/>
                </a:lnTo>
                <a:lnTo>
                  <a:pt x="653802" y="62922"/>
                </a:lnTo>
                <a:close/>
                <a:moveTo>
                  <a:pt x="695418" y="20894"/>
                </a:moveTo>
                <a:lnTo>
                  <a:pt x="686790" y="20894"/>
                </a:lnTo>
                <a:lnTo>
                  <a:pt x="686790" y="62922"/>
                </a:lnTo>
                <a:lnTo>
                  <a:pt x="695418" y="62922"/>
                </a:lnTo>
                <a:close/>
                <a:moveTo>
                  <a:pt x="288407" y="20894"/>
                </a:moveTo>
                <a:lnTo>
                  <a:pt x="279778" y="20894"/>
                </a:lnTo>
                <a:lnTo>
                  <a:pt x="279778" y="62922"/>
                </a:lnTo>
                <a:lnTo>
                  <a:pt x="288407" y="62922"/>
                </a:lnTo>
                <a:close/>
                <a:moveTo>
                  <a:pt x="326798" y="62922"/>
                </a:moveTo>
                <a:lnTo>
                  <a:pt x="326798" y="4820"/>
                </a:lnTo>
                <a:lnTo>
                  <a:pt x="335426" y="4820"/>
                </a:lnTo>
                <a:lnTo>
                  <a:pt x="335426" y="23348"/>
                </a:lnTo>
                <a:cubicBezTo>
                  <a:pt x="337908" y="20969"/>
                  <a:pt x="342301" y="20014"/>
                  <a:pt x="345533" y="20014"/>
                </a:cubicBezTo>
                <a:cubicBezTo>
                  <a:pt x="355515" y="20014"/>
                  <a:pt x="362563" y="27453"/>
                  <a:pt x="362425" y="36844"/>
                </a:cubicBezTo>
                <a:lnTo>
                  <a:pt x="362425" y="62915"/>
                </a:lnTo>
                <a:lnTo>
                  <a:pt x="353694" y="62915"/>
                </a:lnTo>
                <a:lnTo>
                  <a:pt x="353694" y="37614"/>
                </a:lnTo>
                <a:cubicBezTo>
                  <a:pt x="353694" y="34809"/>
                  <a:pt x="352222" y="28408"/>
                  <a:pt x="344653" y="28408"/>
                </a:cubicBezTo>
                <a:cubicBezTo>
                  <a:pt x="337997" y="28408"/>
                  <a:pt x="335426" y="33606"/>
                  <a:pt x="335426" y="37614"/>
                </a:cubicBezTo>
                <a:lnTo>
                  <a:pt x="335426" y="62922"/>
                </a:lnTo>
                <a:close/>
                <a:moveTo>
                  <a:pt x="294072" y="29275"/>
                </a:moveTo>
                <a:lnTo>
                  <a:pt x="294072" y="20921"/>
                </a:lnTo>
                <a:lnTo>
                  <a:pt x="298341" y="20921"/>
                </a:lnTo>
                <a:cubicBezTo>
                  <a:pt x="299162" y="20921"/>
                  <a:pt x="299949" y="20595"/>
                  <a:pt x="300529" y="20015"/>
                </a:cubicBezTo>
                <a:cubicBezTo>
                  <a:pt x="301109" y="19435"/>
                  <a:pt x="301435" y="18648"/>
                  <a:pt x="301435" y="17827"/>
                </a:cubicBezTo>
                <a:lnTo>
                  <a:pt x="301435" y="11949"/>
                </a:lnTo>
                <a:lnTo>
                  <a:pt x="310036" y="11949"/>
                </a:lnTo>
                <a:lnTo>
                  <a:pt x="310036" y="20921"/>
                </a:lnTo>
                <a:lnTo>
                  <a:pt x="319036" y="20921"/>
                </a:lnTo>
                <a:lnTo>
                  <a:pt x="319036" y="29275"/>
                </a:lnTo>
                <a:lnTo>
                  <a:pt x="310036" y="29275"/>
                </a:lnTo>
                <a:lnTo>
                  <a:pt x="310036" y="50650"/>
                </a:lnTo>
                <a:cubicBezTo>
                  <a:pt x="310036" y="52664"/>
                  <a:pt x="310758" y="55215"/>
                  <a:pt x="314491" y="55215"/>
                </a:cubicBezTo>
                <a:cubicBezTo>
                  <a:pt x="317001" y="55215"/>
                  <a:pt x="318142" y="54974"/>
                  <a:pt x="319551" y="54733"/>
                </a:cubicBezTo>
                <a:lnTo>
                  <a:pt x="319551" y="62551"/>
                </a:lnTo>
                <a:cubicBezTo>
                  <a:pt x="319551" y="62551"/>
                  <a:pt x="317069" y="63327"/>
                  <a:pt x="313659" y="63327"/>
                </a:cubicBezTo>
                <a:cubicBezTo>
                  <a:pt x="304048" y="63327"/>
                  <a:pt x="301442" y="56102"/>
                  <a:pt x="301442" y="51035"/>
                </a:cubicBezTo>
                <a:lnTo>
                  <a:pt x="301442" y="29275"/>
                </a:lnTo>
                <a:lnTo>
                  <a:pt x="294079" y="29275"/>
                </a:lnTo>
                <a:close/>
                <a:moveTo>
                  <a:pt x="223636" y="20921"/>
                </a:moveTo>
                <a:lnTo>
                  <a:pt x="214052" y="20921"/>
                </a:lnTo>
                <a:lnTo>
                  <a:pt x="229115" y="62901"/>
                </a:lnTo>
                <a:lnTo>
                  <a:pt x="236850" y="62901"/>
                </a:lnTo>
                <a:lnTo>
                  <a:pt x="245334" y="35964"/>
                </a:lnTo>
                <a:lnTo>
                  <a:pt x="253845" y="62901"/>
                </a:lnTo>
                <a:lnTo>
                  <a:pt x="261607" y="62901"/>
                </a:lnTo>
                <a:lnTo>
                  <a:pt x="276650" y="20921"/>
                </a:lnTo>
                <a:lnTo>
                  <a:pt x="267142" y="20921"/>
                </a:lnTo>
                <a:lnTo>
                  <a:pt x="257798" y="47941"/>
                </a:lnTo>
                <a:lnTo>
                  <a:pt x="249163" y="20921"/>
                </a:lnTo>
                <a:lnTo>
                  <a:pt x="241435" y="20921"/>
                </a:lnTo>
                <a:lnTo>
                  <a:pt x="232896" y="48126"/>
                </a:lnTo>
                <a:lnTo>
                  <a:pt x="223629" y="20921"/>
                </a:lnTo>
                <a:close/>
                <a:moveTo>
                  <a:pt x="152711" y="42248"/>
                </a:moveTo>
                <a:cubicBezTo>
                  <a:pt x="152574" y="53015"/>
                  <a:pt x="160872" y="63761"/>
                  <a:pt x="174870" y="63761"/>
                </a:cubicBezTo>
                <a:cubicBezTo>
                  <a:pt x="185636" y="63761"/>
                  <a:pt x="191253" y="57449"/>
                  <a:pt x="193667" y="51942"/>
                </a:cubicBezTo>
                <a:lnTo>
                  <a:pt x="186812" y="48154"/>
                </a:lnTo>
                <a:cubicBezTo>
                  <a:pt x="184646" y="50897"/>
                  <a:pt x="181305" y="55675"/>
                  <a:pt x="174863" y="55675"/>
                </a:cubicBezTo>
                <a:cubicBezTo>
                  <a:pt x="166991" y="55675"/>
                  <a:pt x="162316" y="50306"/>
                  <a:pt x="161862" y="45225"/>
                </a:cubicBezTo>
                <a:lnTo>
                  <a:pt x="193660" y="45225"/>
                </a:lnTo>
                <a:cubicBezTo>
                  <a:pt x="194169" y="43273"/>
                  <a:pt x="194677" y="38384"/>
                  <a:pt x="193454" y="34507"/>
                </a:cubicBezTo>
                <a:cubicBezTo>
                  <a:pt x="191143" y="27191"/>
                  <a:pt x="185059" y="20055"/>
                  <a:pt x="173935" y="20055"/>
                </a:cubicBezTo>
                <a:cubicBezTo>
                  <a:pt x="162811" y="20055"/>
                  <a:pt x="152704" y="27975"/>
                  <a:pt x="152704" y="42241"/>
                </a:cubicBezTo>
                <a:close/>
                <a:moveTo>
                  <a:pt x="162082" y="37092"/>
                </a:moveTo>
                <a:cubicBezTo>
                  <a:pt x="163583" y="31807"/>
                  <a:pt x="168448" y="28138"/>
                  <a:pt x="173942" y="28147"/>
                </a:cubicBezTo>
                <a:cubicBezTo>
                  <a:pt x="181209" y="28147"/>
                  <a:pt x="184722" y="34135"/>
                  <a:pt x="185100" y="37092"/>
                </a:cubicBezTo>
                <a:close/>
                <a:moveTo>
                  <a:pt x="101869" y="42248"/>
                </a:moveTo>
                <a:cubicBezTo>
                  <a:pt x="102130" y="54335"/>
                  <a:pt x="110649" y="63788"/>
                  <a:pt x="123492" y="63788"/>
                </a:cubicBezTo>
                <a:cubicBezTo>
                  <a:pt x="130876" y="63788"/>
                  <a:pt x="135338" y="60509"/>
                  <a:pt x="136974" y="59168"/>
                </a:cubicBezTo>
                <a:lnTo>
                  <a:pt x="136974" y="62929"/>
                </a:lnTo>
                <a:lnTo>
                  <a:pt x="145513" y="62929"/>
                </a:lnTo>
                <a:lnTo>
                  <a:pt x="145513" y="4861"/>
                </a:lnTo>
                <a:lnTo>
                  <a:pt x="136864" y="4861"/>
                </a:lnTo>
                <a:lnTo>
                  <a:pt x="136864" y="24716"/>
                </a:lnTo>
                <a:cubicBezTo>
                  <a:pt x="134018" y="22241"/>
                  <a:pt x="129562" y="20041"/>
                  <a:pt x="123595" y="20041"/>
                </a:cubicBezTo>
                <a:cubicBezTo>
                  <a:pt x="110463" y="20041"/>
                  <a:pt x="101608" y="30168"/>
                  <a:pt x="101869" y="42248"/>
                </a:cubicBezTo>
                <a:close/>
                <a:moveTo>
                  <a:pt x="110869" y="41698"/>
                </a:moveTo>
                <a:lnTo>
                  <a:pt x="110862" y="41698"/>
                </a:lnTo>
                <a:cubicBezTo>
                  <a:pt x="110862" y="34012"/>
                  <a:pt x="116665" y="28525"/>
                  <a:pt x="123272" y="28525"/>
                </a:cubicBezTo>
                <a:cubicBezTo>
                  <a:pt x="129879" y="28525"/>
                  <a:pt x="136829" y="32781"/>
                  <a:pt x="136829" y="42207"/>
                </a:cubicBezTo>
                <a:cubicBezTo>
                  <a:pt x="136876" y="45735"/>
                  <a:pt x="135477" y="49132"/>
                  <a:pt x="132959" y="51603"/>
                </a:cubicBezTo>
                <a:cubicBezTo>
                  <a:pt x="130441" y="54075"/>
                  <a:pt x="127018" y="55410"/>
                  <a:pt x="123492" y="55297"/>
                </a:cubicBezTo>
                <a:cubicBezTo>
                  <a:pt x="115840" y="55297"/>
                  <a:pt x="110869" y="49391"/>
                  <a:pt x="110869" y="41698"/>
                </a:cubicBezTo>
                <a:close/>
                <a:moveTo>
                  <a:pt x="638079" y="41506"/>
                </a:moveTo>
                <a:cubicBezTo>
                  <a:pt x="637818" y="29419"/>
                  <a:pt x="629299" y="19966"/>
                  <a:pt x="616456" y="19966"/>
                </a:cubicBezTo>
                <a:cubicBezTo>
                  <a:pt x="609072" y="19966"/>
                  <a:pt x="604610" y="23245"/>
                  <a:pt x="602974" y="24586"/>
                </a:cubicBezTo>
                <a:lnTo>
                  <a:pt x="602974" y="20825"/>
                </a:lnTo>
                <a:lnTo>
                  <a:pt x="594435" y="20825"/>
                </a:lnTo>
                <a:lnTo>
                  <a:pt x="594435" y="77339"/>
                </a:lnTo>
                <a:lnTo>
                  <a:pt x="603084" y="77339"/>
                </a:lnTo>
                <a:lnTo>
                  <a:pt x="603084" y="59037"/>
                </a:lnTo>
                <a:cubicBezTo>
                  <a:pt x="605930" y="61512"/>
                  <a:pt x="610392" y="63712"/>
                  <a:pt x="616353" y="63712"/>
                </a:cubicBezTo>
                <a:cubicBezTo>
                  <a:pt x="629485" y="63712"/>
                  <a:pt x="638340" y="53585"/>
                  <a:pt x="638079" y="41506"/>
                </a:cubicBezTo>
                <a:close/>
                <a:moveTo>
                  <a:pt x="629079" y="42056"/>
                </a:moveTo>
                <a:cubicBezTo>
                  <a:pt x="629079" y="49742"/>
                  <a:pt x="623283" y="55228"/>
                  <a:pt x="616676" y="55228"/>
                </a:cubicBezTo>
                <a:cubicBezTo>
                  <a:pt x="610069" y="55228"/>
                  <a:pt x="603118" y="50973"/>
                  <a:pt x="603118" y="41547"/>
                </a:cubicBezTo>
                <a:cubicBezTo>
                  <a:pt x="603072" y="38019"/>
                  <a:pt x="604471" y="34622"/>
                  <a:pt x="606989" y="32150"/>
                </a:cubicBezTo>
                <a:cubicBezTo>
                  <a:pt x="609507" y="29679"/>
                  <a:pt x="612930" y="28344"/>
                  <a:pt x="616456" y="28457"/>
                </a:cubicBezTo>
                <a:cubicBezTo>
                  <a:pt x="624108" y="28457"/>
                  <a:pt x="629079" y="34362"/>
                  <a:pt x="629079" y="42056"/>
                </a:cubicBezTo>
                <a:close/>
                <a:moveTo>
                  <a:pt x="704301" y="63094"/>
                </a:moveTo>
                <a:lnTo>
                  <a:pt x="704301" y="20901"/>
                </a:lnTo>
                <a:lnTo>
                  <a:pt x="712922" y="20901"/>
                </a:lnTo>
                <a:lnTo>
                  <a:pt x="712922" y="23527"/>
                </a:lnTo>
                <a:cubicBezTo>
                  <a:pt x="715404" y="21148"/>
                  <a:pt x="719797" y="20193"/>
                  <a:pt x="723029" y="20193"/>
                </a:cubicBezTo>
                <a:cubicBezTo>
                  <a:pt x="733011" y="20193"/>
                  <a:pt x="740058" y="27631"/>
                  <a:pt x="739921" y="37023"/>
                </a:cubicBezTo>
                <a:lnTo>
                  <a:pt x="739921" y="63094"/>
                </a:lnTo>
                <a:lnTo>
                  <a:pt x="731189" y="63094"/>
                </a:lnTo>
                <a:lnTo>
                  <a:pt x="731189" y="37786"/>
                </a:lnTo>
                <a:cubicBezTo>
                  <a:pt x="731189" y="34981"/>
                  <a:pt x="729718" y="28580"/>
                  <a:pt x="722149" y="28580"/>
                </a:cubicBezTo>
                <a:cubicBezTo>
                  <a:pt x="715487" y="28580"/>
                  <a:pt x="712922" y="33778"/>
                  <a:pt x="712922" y="37786"/>
                </a:cubicBezTo>
                <a:lnTo>
                  <a:pt x="712922" y="63094"/>
                </a:lnTo>
                <a:close/>
                <a:moveTo>
                  <a:pt x="495412" y="62949"/>
                </a:moveTo>
                <a:lnTo>
                  <a:pt x="495412" y="5693"/>
                </a:lnTo>
                <a:lnTo>
                  <a:pt x="502864" y="5693"/>
                </a:lnTo>
                <a:lnTo>
                  <a:pt x="531843" y="45411"/>
                </a:lnTo>
                <a:lnTo>
                  <a:pt x="531843" y="5693"/>
                </a:lnTo>
                <a:lnTo>
                  <a:pt x="540919" y="5693"/>
                </a:lnTo>
                <a:lnTo>
                  <a:pt x="540919" y="62949"/>
                </a:lnTo>
                <a:lnTo>
                  <a:pt x="533397" y="62949"/>
                </a:lnTo>
                <a:lnTo>
                  <a:pt x="504473" y="23101"/>
                </a:lnTo>
                <a:lnTo>
                  <a:pt x="504473" y="62949"/>
                </a:lnTo>
                <a:lnTo>
                  <a:pt x="495405" y="62949"/>
                </a:lnTo>
                <a:close/>
                <a:moveTo>
                  <a:pt x="8525" y="62929"/>
                </a:moveTo>
                <a:lnTo>
                  <a:pt x="0" y="62929"/>
                </a:lnTo>
                <a:lnTo>
                  <a:pt x="0" y="9495"/>
                </a:lnTo>
                <a:lnTo>
                  <a:pt x="6971" y="9495"/>
                </a:lnTo>
                <a:lnTo>
                  <a:pt x="25286" y="34225"/>
                </a:lnTo>
                <a:lnTo>
                  <a:pt x="43533" y="9529"/>
                </a:lnTo>
                <a:lnTo>
                  <a:pt x="50615" y="9529"/>
                </a:lnTo>
                <a:lnTo>
                  <a:pt x="50615" y="62922"/>
                </a:lnTo>
                <a:lnTo>
                  <a:pt x="41979" y="62922"/>
                </a:lnTo>
                <a:lnTo>
                  <a:pt x="41979" y="25892"/>
                </a:lnTo>
                <a:lnTo>
                  <a:pt x="25286" y="48621"/>
                </a:lnTo>
                <a:lnTo>
                  <a:pt x="8525" y="25755"/>
                </a:lnTo>
                <a:close/>
              </a:path>
            </a:pathLst>
          </a:custGeom>
          <a:solidFill>
            <a:srgbClr val="808080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